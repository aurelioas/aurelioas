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61" r:id="rId5"/>
    <p:sldId id="264" r:id="rId6"/>
    <p:sldId id="280" r:id="rId7"/>
    <p:sldId id="306" r:id="rId8"/>
    <p:sldId id="283" r:id="rId9"/>
    <p:sldId id="296" r:id="rId10"/>
    <p:sldId id="303" r:id="rId11"/>
    <p:sldId id="304" r:id="rId12"/>
    <p:sldId id="305" r:id="rId13"/>
    <p:sldId id="297" r:id="rId14"/>
    <p:sldId id="298" r:id="rId15"/>
    <p:sldId id="299" r:id="rId16"/>
    <p:sldId id="300" r:id="rId17"/>
    <p:sldId id="302" r:id="rId18"/>
    <p:sldId id="301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3D3D5-87AB-EA79-D440-637048C4CCC4}" v="12" dt="2025-11-18T10:41:50.064"/>
    <p1510:client id="{97FEF0A4-8F12-F786-5DE6-54A5FD2A44ED}" v="143" dt="2025-11-19T05:24:32.075"/>
    <p1510:client id="{9C60CB41-D757-5A17-4FAD-670D543F5DA0}" v="354" dt="2025-11-18T11:12:53.462"/>
    <p1510:client id="{B5E65490-3A88-43FD-7F19-04C57456D4FD}" v="54" dt="2025-11-20T06:37:07.481"/>
    <p1510:client id="{D29B33F3-38B2-DA76-F1A0-AD493E5362B9}" v="24" dt="2025-11-19T11:53:16.854"/>
    <p1510:client id="{DA3E06E3-FD49-AE2E-655B-0A3D0991A550}" v="247" dt="2025-11-20T08:37:50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9B1EC-8110-4326-A8A4-5397372DB90F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4796E-6E70-4909-BBFA-4F6A4DD221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404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4640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D2A5B-CADA-50CC-8ACC-C0DA4996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92536-84FE-934F-9D7D-41E6FFAA4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FC33F-54D9-EC90-FE4C-5E6C7E882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6FCC2-9B57-5944-D677-340CA21C7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043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FB08-3DA0-554D-AE56-6FD2375C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9A437-AEDB-FB42-112D-153A66F2B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15B49-8CF6-E700-7277-5CCF1B0F5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180B1-FFC2-29F8-A0CA-F4FEE0BCC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598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9EAC-2C8E-7C62-1B88-E3EA69AC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2CD9F-342D-75A7-80B8-8F16B600D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74FED-9876-63A1-0C37-21A8E1BE1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5935-3296-51FB-6965-92C801493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4533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B2F5-F37B-06E0-7C23-725AA497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11F66-013B-917E-D3E9-576DFA8D6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DBF38-6BB0-B4AA-BDD6-94929B2A6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78D9C-F88C-7460-B48F-0DCA9DFD8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23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B2E8-984C-FBFB-CEEC-41BAA70D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F3162-E001-7FAC-13D8-0487601C3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F5119-1B7B-73BF-DFFC-A6486C297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EFF8B-DD5C-9F74-285B-F36F6214E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4236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04E35-ED52-3F4D-C76D-7A395054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0473D-5084-C92D-F83B-F333CEA03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56F29-D308-6050-0B5D-EFCD82C52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8C33D-1B3B-12C9-143C-5D8B80BB0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0414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8535C-34CB-767D-0200-8F015B8FF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1E345-15C2-89DC-C789-408D3FDE8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C48EA-7B62-16DE-7E5A-84C5C8714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B19DC-71C4-E561-17CF-CF5BFE9E2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7535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F8C8-D4B2-DA45-8A2E-AB6F4945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D171A-006F-F693-0E58-75F6F61BE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CCA88-112D-574F-0206-C8E989D09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70A95-02C1-7B77-F079-C5E9B778E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1711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s-ES" sz="45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D0C0698-AED8-4EE2-8E87-91C0FB974E8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223126" y="191067"/>
            <a:ext cx="4513312" cy="796246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94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195" y="6371525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3800" b="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1B72C7-EB61-446C-BD2F-6B027C850E99}"/>
              </a:ext>
            </a:extLst>
          </p:cNvPr>
          <p:cNvCxnSpPr>
            <a:cxnSpLocks/>
          </p:cNvCxnSpPr>
          <p:nvPr userDrawn="1"/>
        </p:nvCxnSpPr>
        <p:spPr>
          <a:xfrm>
            <a:off x="776514" y="740229"/>
            <a:ext cx="108494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72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lang="es-ES" sz="50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es-ES" sz="16600" kern="1200" dirty="0">
                <a:solidFill>
                  <a:schemeClr val="bg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8131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5297557" cy="1606047"/>
          </a:xfrm>
        </p:spPr>
        <p:txBody>
          <a:bodyPr anchor="t">
            <a:noAutofit/>
          </a:bodyPr>
          <a:lstStyle>
            <a:lvl1pPr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024" y="2944750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err="1"/>
              <a:t>Editar</a:t>
            </a:r>
            <a:r>
              <a:rPr lang="en-US"/>
              <a:t> los </a:t>
            </a:r>
            <a:r>
              <a:rPr lang="en-US" err="1"/>
              <a:t>estilos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971" y="1087458"/>
            <a:ext cx="5081004" cy="494069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err="1"/>
              <a:t>Editar</a:t>
            </a:r>
            <a:r>
              <a:rPr lang="en-US"/>
              <a:t> los </a:t>
            </a:r>
            <a:r>
              <a:rPr lang="en-US" err="1"/>
              <a:t>estilos</a:t>
            </a:r>
            <a:r>
              <a:rPr lang="en-US"/>
              <a:t> de </a:t>
            </a:r>
            <a:r>
              <a:rPr lang="en-US" err="1"/>
              <a:t>texto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20D6169B-7727-478C-9F79-E3312A448F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C223F00-ADFD-45B5-AB42-E3946CD7E5B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8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2626797"/>
            <a:ext cx="10758733" cy="3393003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0CD5C40-9C2B-4740-BB85-4793D380FB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7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8"/>
            <a:ext cx="3801119" cy="4933929"/>
          </a:xfrm>
        </p:spPr>
        <p:txBody>
          <a:bodyPr anchor="t">
            <a:noAutofit/>
          </a:bodyPr>
          <a:lstStyle>
            <a:lvl1pPr>
              <a:defRPr lang="es-ES" sz="2600" b="0" kern="1200" dirty="0" err="1">
                <a:solidFill>
                  <a:schemeClr val="accent3"/>
                </a:solidFill>
                <a:latin typeface="Santander Text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087458"/>
            <a:ext cx="6697035" cy="4933928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2ACA880E-0A64-47E3-A2A7-9510B186C13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95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024" y="1087458"/>
            <a:ext cx="3911401" cy="1183132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2517170"/>
            <a:ext cx="3911401" cy="35042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4933950"/>
          </a:xfrm>
        </p:spPr>
        <p:txBody>
          <a:bodyPr>
            <a:normAutofit/>
          </a:bodyPr>
          <a:lstStyle>
            <a:lvl1pPr marL="0" indent="0" algn="ctr">
              <a:buNone/>
              <a:defRPr lang="es-MX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/>
              <a:t>Inserte </a:t>
            </a:r>
            <a:r>
              <a:rPr lang="es-MX" err="1"/>
              <a:t>aqu</a:t>
            </a:r>
            <a:r>
              <a:rPr lang="es-ES"/>
              <a:t>í su gráfico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7A720A69-A401-44C4-A44F-11858CED5D4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53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1087459"/>
            <a:ext cx="3911401" cy="493392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581149"/>
            <a:ext cx="6612965" cy="444023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kumimoji="0" lang="es-ES" sz="1200" b="0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antander Text Light" panose="020B0304020201020104" pitchFamily="34" charset="0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4" y="1087458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b="1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4FF6CD27-D37B-4983-AEF9-0169EB032F7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2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>
                <a:solidFill>
                  <a:srgbClr val="EC0000"/>
                </a:solidFill>
              </a:rPr>
              <a:pPr/>
              <a:t>‹#›</a:t>
            </a:fld>
            <a:endParaRPr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10758663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1087459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3" y="1087459"/>
            <a:ext cx="6445624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024" y="1838324"/>
            <a:ext cx="3911600" cy="418306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4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2" y="1838324"/>
            <a:ext cx="6445625" cy="418147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4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E8454A0C-553D-4F88-AC19-948A030E548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66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>
                <a:solidFill>
                  <a:srgbClr val="595959"/>
                </a:solidFill>
              </a:rPr>
              <a:t>Nuestra misión es contribuir al progreso de las personas y de las empresas.</a:t>
            </a:r>
          </a:p>
          <a:p>
            <a:endParaRPr lang="es-ES" sz="1400">
              <a:solidFill>
                <a:srgbClr val="595959"/>
              </a:solidFill>
            </a:endParaRPr>
          </a:p>
          <a:p>
            <a:r>
              <a:rPr lang="es-ES" sz="1400">
                <a:solidFill>
                  <a:srgbClr val="595959"/>
                </a:solidFill>
              </a:rPr>
              <a:t>Nuestra cultura se basa en la creencia de que todo lo que hacemos debe ser: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>
                <a:solidFill>
                  <a:srgbClr val="EC0000"/>
                </a:solidFill>
                <a:latin typeface="Santander Headline" panose="020B0504020201020104" pitchFamily="34" charset="0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E9E46F4D-C8A9-422F-BD4D-29C8BEED30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2325" y="5727700"/>
            <a:ext cx="1898650" cy="334963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59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8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>
                <a:solidFill>
                  <a:srgbClr val="595959"/>
                </a:solidFill>
              </a:rPr>
              <a:t>Nuestra misión es contribuir al progreso de las personas y de las empresas.</a:t>
            </a:r>
          </a:p>
          <a:p>
            <a:endParaRPr lang="es-ES" sz="1400">
              <a:solidFill>
                <a:srgbClr val="595959"/>
              </a:solidFill>
            </a:endParaRPr>
          </a:p>
          <a:p>
            <a:r>
              <a:rPr lang="es-ES" sz="1400">
                <a:solidFill>
                  <a:srgbClr val="595959"/>
                </a:solidFill>
              </a:rPr>
              <a:t>Nuestra cultura se basa en la creencia de que todo lo que hacemos debe ser: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>
                <a:solidFill>
                  <a:srgbClr val="EC0000"/>
                </a:solidFill>
                <a:latin typeface="Santander Headline" panose="020B0504020201020104" pitchFamily="34" charset="0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E9E46F4D-C8A9-422F-BD4D-29C8BEED30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2325" y="5727700"/>
            <a:ext cx="1898650" cy="334963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59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8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s-ES" sz="45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lang="es-ES" sz="13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FFFFF"/>
              </a:solidFill>
            </a:endParaRP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D0C0698-AED8-4EE2-8E87-91C0FB974E8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2325" y="5727700"/>
            <a:ext cx="1898650" cy="334963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06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s-ES" sz="45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lang="es-ES" sz="13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D0C0698-AED8-4EE2-8E87-91C0FB974E8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2325" y="5727700"/>
            <a:ext cx="1898650" cy="334963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11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308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3" r:id="rId10"/>
    <p:sldLayoutId id="2147483670" r:id="rId11"/>
    <p:sldLayoutId id="2147483671" r:id="rId12"/>
    <p:sldLayoutId id="214748367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92">
          <p15:clr>
            <a:srgbClr val="F26B43"/>
          </p15:clr>
        </p15:guide>
        <p15:guide id="2" pos="7225">
          <p15:clr>
            <a:srgbClr val="F26B43"/>
          </p15:clr>
        </p15:guide>
        <p15:guide id="3" pos="5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jpeg"/><Relationship Id="rId18" Type="http://schemas.openxmlformats.org/officeDocument/2006/relationships/image" Target="../media/image22.jpeg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3" Type="http://schemas.openxmlformats.org/officeDocument/2006/relationships/image" Target="../media/image11.png"/><Relationship Id="rId21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Relationship Id="rId7" Type="http://schemas.openxmlformats.org/officeDocument/2006/relationships/image" Target="../media/image15.png"/><Relationship Id="rId12" Type="http://schemas.openxmlformats.org/officeDocument/2006/relationships/image" Target="../media/image9.svg"/><Relationship Id="rId17" Type="http://schemas.openxmlformats.org/officeDocument/2006/relationships/hyperlink" Target="https://santandernet.sharepoint.com/:u:/r/sites/ArchitectureAssets/Shared%20Documents/SE%20Infrastructure/Privado/Entornos%20%20GRAVITY/DUAL%20RUN/Alemania/CERT%20GER/Risks/Copys/FXYPMEME-COPY.cob?csf=1&amp;web=1&amp;e=du7Avi" TargetMode="External"/><Relationship Id="rId25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santandernet.sharepoint.com/:x:/r/sites/ArchitectureAssets/_layouts/15/Doc.aspx?sourcedoc=%7BC23B9EC5-FE6B-4747-BD7D-B12F1F2BF602%7D&amp;file=RetailCoreBanking%20DWP.xlsx&amp;action=default&amp;mobileredirect=true" TargetMode="External"/><Relationship Id="rId20" Type="http://schemas.openxmlformats.org/officeDocument/2006/relationships/image" Target="../media/image24.pn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ELK%20Servers%20Details.txt?csf=1&amp;web=1&amp;e=W3Q05o" TargetMode="External"/><Relationship Id="rId5" Type="http://schemas.openxmlformats.org/officeDocument/2006/relationships/image" Target="../media/image13.png"/><Relationship Id="rId15" Type="http://schemas.openxmlformats.org/officeDocument/2006/relationships/image" Target="../media/image21.jpeg"/><Relationship Id="rId23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Relationship Id="rId28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PRE%20DWP%20WAS%20Servers.txt?csf=1&amp;web=1&amp;e=eoaOoz" TargetMode="External"/><Relationship Id="rId10" Type="http://schemas.openxmlformats.org/officeDocument/2006/relationships/image" Target="../media/image18.png"/><Relationship Id="rId19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0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image" Target="../media/image19.jpeg"/><Relationship Id="rId1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PRE%20DWP%20WAS%20Servers.txt?csf=1&amp;web=1&amp;e=eoaOoz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22.jpeg"/><Relationship Id="rId5" Type="http://schemas.openxmlformats.org/officeDocument/2006/relationships/image" Target="../media/image8.png"/><Relationship Id="rId10" Type="http://schemas.openxmlformats.org/officeDocument/2006/relationships/image" Target="../media/image20.jpeg"/><Relationship Id="rId4" Type="http://schemas.openxmlformats.org/officeDocument/2006/relationships/image" Target="../media/image12.svg"/><Relationship Id="rId9" Type="http://schemas.openxmlformats.org/officeDocument/2006/relationships/image" Target="../media/image15.png"/><Relationship Id="rId14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PRE%20GER%20MQCGITAI1%20-%20MQ%20Series%20(%20Intranet%20).txt?csf=1&amp;web=1&amp;e=YblQR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svg"/><Relationship Id="rId18" Type="http://schemas.openxmlformats.org/officeDocument/2006/relationships/hyperlink" Target="https://santandernet.sharepoint.com/:u:/r/sites/ArchitectureAssets/Shared%20Documents/SE%20Infrastructure/Privado/Entornos%20%20GRAVITY/DUAL%20RUN/Alemania/CERT%20GER/Risks/Copys/FXYPMEME-COPY.cob?csf=1&amp;web=1&amp;e=du7Avi" TargetMode="External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Relationship Id="rId3" Type="http://schemas.openxmlformats.org/officeDocument/2006/relationships/image" Target="../media/image26.png"/><Relationship Id="rId21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hyperlink" Target="https://santandernet.sharepoint.com/:x:/r/sites/ArchitectureAssets/_layouts/15/Doc.aspx?sourcedoc=%7BC23B9EC5-FE6B-4747-BD7D-B12F1F2BF602%7D&amp;file=RetailCoreBanking%20DWP.xlsx&amp;action=default&amp;mobileredirect=true" TargetMode="External"/><Relationship Id="rId25" Type="http://schemas.openxmlformats.org/officeDocument/2006/relationships/hyperlink" Target="https://santandernet.sharepoint.com/:t:/r/sites/ArchitectureAssets/Shared%20Documents/SE%20Infrastructure/Gravity%20Environments/Entornos%20%20GRAVITY/DUAL%20RUN/Common%20Servers/ELK%20Servers%20Details.txt?csf=1&amp;web=1&amp;e=W3Q05o" TargetMode="Externa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5" Type="http://schemas.openxmlformats.org/officeDocument/2006/relationships/image" Target="../media/image12.svg"/><Relationship Id="rId15" Type="http://schemas.openxmlformats.org/officeDocument/2006/relationships/image" Target="../media/image20.jpeg"/><Relationship Id="rId23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28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svg"/><Relationship Id="rId18" Type="http://schemas.openxmlformats.org/officeDocument/2006/relationships/hyperlink" Target="https://santandernet.sharepoint.com/:u:/r/sites/ArchitectureAssets/Shared%20Documents/SE%20Infrastructure/Privado/Entornos%20%20GRAVITY/DUAL%20RUN/Alemania/CERT%20GER/Risks/Copys/FXYPMEME-COPY.cob?csf=1&amp;web=1&amp;e=du7Avi" TargetMode="External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Relationship Id="rId3" Type="http://schemas.openxmlformats.org/officeDocument/2006/relationships/image" Target="../media/image26.png"/><Relationship Id="rId21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hyperlink" Target="https://santandernet.sharepoint.com/:x:/r/sites/ArchitectureAssets/_layouts/15/Doc.aspx?sourcedoc=%7BC23B9EC5-FE6B-4747-BD7D-B12F1F2BF602%7D&amp;file=RetailCoreBanking%20DWP.xlsx&amp;action=default&amp;mobileredirect=true" TargetMode="External"/><Relationship Id="rId25" Type="http://schemas.openxmlformats.org/officeDocument/2006/relationships/hyperlink" Target="https://santandernet.sharepoint.com/:t:/r/sites/ArchitectureAssets/Shared%20Documents/SE%20Infrastructure/Gravity%20Environments/Entornos%20%20GRAVITY/DUAL%20RUN/Common%20Servers/ELK%20Servers%20Details.txt?csf=1&amp;web=1&amp;e=W3Q05o" TargetMode="Externa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5" Type="http://schemas.openxmlformats.org/officeDocument/2006/relationships/image" Target="../media/image12.svg"/><Relationship Id="rId15" Type="http://schemas.openxmlformats.org/officeDocument/2006/relationships/image" Target="../media/image20.jpeg"/><Relationship Id="rId23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28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svg"/><Relationship Id="rId18" Type="http://schemas.openxmlformats.org/officeDocument/2006/relationships/hyperlink" Target="https://santandernet.sharepoint.com/:u:/r/sites/ArchitectureAssets/Shared%20Documents/SE%20Infrastructure/Privado/Entornos%20%20GRAVITY/DUAL%20RUN/Alemania/CERT%20GER/Risks/Copys/FXYPMEME-COPY.cob?csf=1&amp;web=1&amp;e=du7Avi" TargetMode="External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Relationship Id="rId3" Type="http://schemas.openxmlformats.org/officeDocument/2006/relationships/image" Target="../media/image26.png"/><Relationship Id="rId21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hyperlink" Target="https://santandernet.sharepoint.com/:x:/r/sites/ArchitectureAssets/_layouts/15/Doc.aspx?sourcedoc=%7BC23B9EC5-FE6B-4747-BD7D-B12F1F2BF602%7D&amp;file=RetailCoreBanking%20DWP.xlsx&amp;action=default&amp;mobileredirect=true" TargetMode="External"/><Relationship Id="rId25" Type="http://schemas.openxmlformats.org/officeDocument/2006/relationships/hyperlink" Target="https://santandernet.sharepoint.com/:t:/r/sites/ArchitectureAssets/Shared%20Documents/SE%20Infrastructure/Gravity%20Environments/Entornos%20%20GRAVITY/DUAL%20RUN/Common%20Servers/ELK%20Servers%20Details.txt?csf=1&amp;web=1&amp;e=W3Q05o" TargetMode="Externa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5" Type="http://schemas.openxmlformats.org/officeDocument/2006/relationships/image" Target="../media/image12.svg"/><Relationship Id="rId15" Type="http://schemas.openxmlformats.org/officeDocument/2006/relationships/image" Target="../media/image20.jpeg"/><Relationship Id="rId23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28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svg"/><Relationship Id="rId18" Type="http://schemas.openxmlformats.org/officeDocument/2006/relationships/hyperlink" Target="https://santandernet.sharepoint.com/:u:/r/sites/ArchitectureAssets/Shared%20Documents/SE%20Infrastructure/Privado/Entornos%20%20GRAVITY/DUAL%20RUN/Alemania/CERT%20GER/Risks/Copys/FXYPMEME-COPY.cob?csf=1&amp;web=1&amp;e=du7Avi" TargetMode="External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Relationship Id="rId3" Type="http://schemas.openxmlformats.org/officeDocument/2006/relationships/image" Target="../media/image26.png"/><Relationship Id="rId21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hyperlink" Target="https://santandernet.sharepoint.com/:x:/r/sites/ArchitectureAssets/_layouts/15/Doc.aspx?sourcedoc=%7BC23B9EC5-FE6B-4747-BD7D-B12F1F2BF602%7D&amp;file=RetailCoreBanking%20DWP.xlsx&amp;action=default&amp;mobileredirect=true" TargetMode="External"/><Relationship Id="rId25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5" Type="http://schemas.openxmlformats.org/officeDocument/2006/relationships/image" Target="../media/image12.svg"/><Relationship Id="rId15" Type="http://schemas.openxmlformats.org/officeDocument/2006/relationships/image" Target="../media/image20.jpeg"/><Relationship Id="rId23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svg"/><Relationship Id="rId18" Type="http://schemas.openxmlformats.org/officeDocument/2006/relationships/hyperlink" Target="https://santandernet.sharepoint.com/:u:/r/sites/ArchitectureAssets/Shared%20Documents/SE%20Infrastructure/Privado/Entornos%20%20GRAVITY/DUAL%20RUN/Alemania/CERT%20GER/Risks/Copys/FXYPMEME-COPY.cob?csf=1&amp;web=1&amp;e=du7Avi" TargetMode="External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Relationship Id="rId3" Type="http://schemas.openxmlformats.org/officeDocument/2006/relationships/image" Target="../media/image26.png"/><Relationship Id="rId21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hyperlink" Target="https://santandernet.sharepoint.com/:x:/r/sites/ArchitectureAssets/_layouts/15/Doc.aspx?sourcedoc=%7BC23B9EC5-FE6B-4747-BD7D-B12F1F2BF602%7D&amp;file=RetailCoreBanking%20DWP.xlsx&amp;action=default&amp;mobileredirect=true" TargetMode="External"/><Relationship Id="rId25" Type="http://schemas.openxmlformats.org/officeDocument/2006/relationships/hyperlink" Target="https://santandernet.sharepoint.com/:t:/r/sites/ArchitectureAssets/Shared%20Documents/SE%20Infrastructure/Gravity%20Environments/Entornos%20%20GRAVITY/DUAL%20RUN/Common%20Servers/ELK%20Servers%20Details.txt?csf=1&amp;web=1&amp;e=W3Q05o" TargetMode="Externa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5" Type="http://schemas.openxmlformats.org/officeDocument/2006/relationships/image" Target="../media/image12.svg"/><Relationship Id="rId15" Type="http://schemas.openxmlformats.org/officeDocument/2006/relationships/image" Target="../media/image20.jpeg"/><Relationship Id="rId23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28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svg"/><Relationship Id="rId18" Type="http://schemas.openxmlformats.org/officeDocument/2006/relationships/hyperlink" Target="https://santandernet.sharepoint.com/:u:/r/sites/ArchitectureAssets/Shared%20Documents/SE%20Infrastructure/Privado/Entornos%20%20GRAVITY/DUAL%20RUN/Alemania/CERT%20GER/Risks/Copys/FXYPMEME-COPY.cob?csf=1&amp;web=1&amp;e=du7Avi" TargetMode="External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Relationship Id="rId3" Type="http://schemas.openxmlformats.org/officeDocument/2006/relationships/image" Target="../media/image26.png"/><Relationship Id="rId21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hyperlink" Target="https://santandernet.sharepoint.com/:x:/r/sites/ArchitectureAssets/_layouts/15/Doc.aspx?sourcedoc=%7BC23B9EC5-FE6B-4747-BD7D-B12F1F2BF602%7D&amp;file=RetailCoreBanking%20DWP.xlsx&amp;action=default&amp;mobileredirect=true" TargetMode="External"/><Relationship Id="rId25" Type="http://schemas.openxmlformats.org/officeDocument/2006/relationships/hyperlink" Target="https://santandernet.sharepoint.com/:t:/r/sites/ArchitectureAssets/Shared%20Documents/SE%20Infrastructure/Gravity%20Environments/Entornos%20%20GRAVITY/DUAL%20RUN/Common%20Servers/ELK%20Servers%20Details.txt?csf=1&amp;web=1&amp;e=W3Q05o" TargetMode="Externa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5" Type="http://schemas.openxmlformats.org/officeDocument/2006/relationships/image" Target="../media/image12.svg"/><Relationship Id="rId15" Type="http://schemas.openxmlformats.org/officeDocument/2006/relationships/image" Target="../media/image20.jpeg"/><Relationship Id="rId23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28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svg"/><Relationship Id="rId18" Type="http://schemas.openxmlformats.org/officeDocument/2006/relationships/hyperlink" Target="https://santandernet.sharepoint.com/:x:/r/sites/Portal-CoE-Structural-SW/Shared%20Documents/Privado/Entornos%20CERT%20Gravity/DUAL%20RUN/SCIB%20Environments/PRE%20SCIB%20(%20Mirror%20-%20OHE%20)/SCIB%20Retail/MQ%20Queues%20Template/Plantilla_MQ_v4%20-%20DR%20(%20F001%20)%20v1.xlsx?d=w4092a1cb46764d14869239d9feb9f878&amp;csf=1&amp;web=1&amp;e=sn1OUX" TargetMode="External"/><Relationship Id="rId26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0.%20PRE%20GER%20GRV%20-%20MQ%20Series%20(%20Definitivo%20).txt?csf=1&amp;web=1&amp;e=VOdBco" TargetMode="External"/><Relationship Id="rId3" Type="http://schemas.openxmlformats.org/officeDocument/2006/relationships/image" Target="../media/image26.png"/><Relationship Id="rId21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hyperlink" Target="https://santandernet.sharepoint.com/:x:/r/sites/ArchitectureAssets/Shared%20Documents/SE%20Infrastructure/Privado/Entornos%20%20GRAVITY/DUAL%20RUN/Alemania/CERT%20GER/Risks/Env%C3%ADo%20a%20Norkom%20de%20Emitidas%20SDD%20y%20respuesta%20(%20RISKS1%20).xlsx?d=w922e8638c2804b458a909a82ad4c01b7&amp;csf=1&amp;web=1&amp;e=Y2Tk4g" TargetMode="External"/><Relationship Id="rId25" Type="http://schemas.openxmlformats.org/officeDocument/2006/relationships/hyperlink" Target="https://santandernet.sharepoint.com/:t:/r/sites/ArchitectureAssets/Shared%20Documents/SE%20Infrastructure/Gravity%20Environments/Entornos%20%20GRAVITY/DUAL%20RUN/Common%20Servers/ELK%20Servers%20Details.txt?csf=1&amp;web=1&amp;e=W3Q05o" TargetMode="Externa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hyperlink" Target="https://santandernet.sharepoint.com/:t:/r/sites/ArchitectureAssets/Shared%20Documents/SE%20Infrastructure/Gravity%20Environments/Entornos%20%20GRAVITY/DUAL%20RUN/Common%20Servers/KAFKA%20Servers%20Details%20PRE%20-Secure.txt?csf=1&amp;web=1&amp;e=khJWtD" TargetMode="External"/><Relationship Id="rId5" Type="http://schemas.openxmlformats.org/officeDocument/2006/relationships/image" Target="../media/image12.svg"/><Relationship Id="rId15" Type="http://schemas.openxmlformats.org/officeDocument/2006/relationships/image" Target="../media/image20.jpeg"/><Relationship Id="rId23" Type="http://schemas.openxmlformats.org/officeDocument/2006/relationships/hyperlink" Target="https://santandernet.sharepoint.com/:t:/r/sites/Portal-CoE-Structural-SW/Shared%20Documents/Privado/Entornos%20CERT%20Gravity/DUAL%20RUN/SCIB%20Environments/PRE%20SCIB%20(%20Mirror%20)/Common%20Servers/KAFKA%20Servers%20Details.txt?csf=1&amp;web=1&amp;e=hksZeC" TargetMode="External"/><Relationship Id="rId28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Launchers/PRE%20GER%20-%20Lauchers%20DWP%20Servers.txt?csf=1&amp;web=1&amp;e=8GFxau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2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jpeg"/><Relationship Id="rId22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1.%20PRE%20GER%20MQOA%20-%20MQ%20Series%20(%20HOST%20).txt?csf=1&amp;web=1&amp;e=mA5nfl" TargetMode="External"/><Relationship Id="rId27" Type="http://schemas.openxmlformats.org/officeDocument/2006/relationships/hyperlink" Target="https://santandernet.sharepoint.com/:t:/r/sites/ArchitectureAssets/Shared%20Documents/SE%20Infrastructure/Gravity%20Environments/Entornos%20%20GRAVITY/DUAL%20RUN/Alemania/PRE%20GER/Common%20Infrasctructure/2.%20PRE%20GER%20Launchers%20-%20MQ%20Series.txt?csf=1&amp;web=1&amp;e=yaR17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s-ES"/>
          </a:p>
        </p:txBody>
      </p:sp>
      <p:sp>
        <p:nvSpPr>
          <p:cNvPr id="4" name="Rectángulo 3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s-ES"/>
          </a:p>
        </p:txBody>
      </p:sp>
      <p:sp>
        <p:nvSpPr>
          <p:cNvPr id="9" name="Subtítulo 1">
            <a:extLst>
              <a:ext uri="{FF2B5EF4-FFF2-40B4-BE49-F238E27FC236}">
                <a16:creationId xmlns:a16="http://schemas.microsoft.com/office/drawing/2014/main" id="{2127838F-2B82-43B1-BB76-1255AC3CC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16" y="2688522"/>
            <a:ext cx="6635550" cy="21112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Santander Text"/>
              </a:rPr>
              <a:t>GERMANY DUAL RUN</a:t>
            </a:r>
            <a:endParaRPr lang="en-US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Santander Text"/>
              </a:rPr>
              <a:t>Other MQs – DWP</a:t>
            </a:r>
          </a:p>
          <a:p>
            <a:endParaRPr lang="es-ES" sz="2800">
              <a:solidFill>
                <a:schemeClr val="tx1">
                  <a:lumMod val="65000"/>
                  <a:lumOff val="35000"/>
                </a:schemeClr>
              </a:solidFill>
              <a:latin typeface="Santander Text"/>
            </a:endParaRPr>
          </a:p>
          <a:p>
            <a:r>
              <a:rPr lang="es-ES" sz="2800">
                <a:solidFill>
                  <a:schemeClr val="tx1">
                    <a:lumMod val="65000"/>
                    <a:lumOff val="35000"/>
                  </a:schemeClr>
                </a:solidFill>
                <a:latin typeface="Santander Text"/>
              </a:rPr>
              <a:t>May, 2024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29ED9-CBE0-4B7A-AFF9-1B8717935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5" y="1111475"/>
            <a:ext cx="4937184" cy="1407004"/>
          </a:xfrm>
        </p:spPr>
        <p:txBody>
          <a:bodyPr/>
          <a:lstStyle/>
          <a:p>
            <a:r>
              <a:rPr lang="es-ES_tradnl"/>
              <a:t>Gravity</a:t>
            </a:r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4BB98D-DE31-486B-ACDD-E641B7C5C7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90" t="10691" r="32008" b="12769"/>
          <a:stretch/>
        </p:blipFill>
        <p:spPr>
          <a:xfrm>
            <a:off x="7782884" y="756734"/>
            <a:ext cx="2545339" cy="30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7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28">
            <a:extLst>
              <a:ext uri="{FF2B5EF4-FFF2-40B4-BE49-F238E27FC236}">
                <a16:creationId xmlns:a16="http://schemas.microsoft.com/office/drawing/2014/main" id="{D81B7142-EB41-45BD-BB5A-36602F11177D}"/>
              </a:ext>
            </a:extLst>
          </p:cNvPr>
          <p:cNvSpPr/>
          <p:nvPr/>
        </p:nvSpPr>
        <p:spPr>
          <a:xfrm>
            <a:off x="230625" y="1581716"/>
            <a:ext cx="8392407" cy="5014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OBHENMIC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229" name="Group 129">
            <a:extLst>
              <a:ext uri="{FF2B5EF4-FFF2-40B4-BE49-F238E27FC236}">
                <a16:creationId xmlns:a16="http://schemas.microsoft.com/office/drawing/2014/main" id="{6D411610-E700-4D63-9A74-674B11AB4CC5}"/>
              </a:ext>
            </a:extLst>
          </p:cNvPr>
          <p:cNvGrpSpPr/>
          <p:nvPr/>
        </p:nvGrpSpPr>
        <p:grpSpPr>
          <a:xfrm>
            <a:off x="222142" y="1611308"/>
            <a:ext cx="1098530" cy="664463"/>
            <a:chOff x="996968" y="1879739"/>
            <a:chExt cx="576000" cy="540000"/>
          </a:xfrm>
        </p:grpSpPr>
        <p:cxnSp>
          <p:nvCxnSpPr>
            <p:cNvPr id="239" name="Straight Connector 210">
              <a:extLst>
                <a:ext uri="{FF2B5EF4-FFF2-40B4-BE49-F238E27FC236}">
                  <a16:creationId xmlns:a16="http://schemas.microsoft.com/office/drawing/2014/main" id="{666C94EF-D1B3-40DF-9B78-98E22E6EF611}"/>
                </a:ext>
              </a:extLst>
            </p:cNvPr>
            <p:cNvCxnSpPr/>
            <p:nvPr/>
          </p:nvCxnSpPr>
          <p:spPr>
            <a:xfrm>
              <a:off x="1005332" y="187973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11">
              <a:extLst>
                <a:ext uri="{FF2B5EF4-FFF2-40B4-BE49-F238E27FC236}">
                  <a16:creationId xmlns:a16="http://schemas.microsoft.com/office/drawing/2014/main" id="{D5D96471-D28E-4C91-BB99-675803FB770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968" y="1603185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152">
            <a:extLst>
              <a:ext uri="{FF2B5EF4-FFF2-40B4-BE49-F238E27FC236}">
                <a16:creationId xmlns:a16="http://schemas.microsoft.com/office/drawing/2014/main" id="{2834396C-37CF-4798-8A7D-2B9EE442CB33}"/>
              </a:ext>
            </a:extLst>
          </p:cNvPr>
          <p:cNvGrpSpPr/>
          <p:nvPr/>
        </p:nvGrpSpPr>
        <p:grpSpPr>
          <a:xfrm rot="5400000">
            <a:off x="7763486" y="1410532"/>
            <a:ext cx="708761" cy="1029876"/>
            <a:chOff x="996696" y="1879694"/>
            <a:chExt cx="576000" cy="540002"/>
          </a:xfrm>
        </p:grpSpPr>
        <p:cxnSp>
          <p:nvCxnSpPr>
            <p:cNvPr id="237" name="Straight Connector 208">
              <a:extLst>
                <a:ext uri="{FF2B5EF4-FFF2-40B4-BE49-F238E27FC236}">
                  <a16:creationId xmlns:a16="http://schemas.microsoft.com/office/drawing/2014/main" id="{6FF02214-15F6-4A8D-8903-582D23826503}"/>
                </a:ext>
              </a:extLst>
            </p:cNvPr>
            <p:cNvCxnSpPr/>
            <p:nvPr/>
          </p:nvCxnSpPr>
          <p:spPr>
            <a:xfrm>
              <a:off x="1005332" y="1879696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09">
              <a:extLst>
                <a:ext uri="{FF2B5EF4-FFF2-40B4-BE49-F238E27FC236}">
                  <a16:creationId xmlns:a16="http://schemas.microsoft.com/office/drawing/2014/main" id="{ED1DF1B6-537B-43D5-B6C4-DD9A894BD7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696" y="159169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02">
            <a:extLst>
              <a:ext uri="{FF2B5EF4-FFF2-40B4-BE49-F238E27FC236}">
                <a16:creationId xmlns:a16="http://schemas.microsoft.com/office/drawing/2014/main" id="{EA1A1B25-7CD0-49B1-BC53-3C07245199BA}"/>
              </a:ext>
            </a:extLst>
          </p:cNvPr>
          <p:cNvGrpSpPr/>
          <p:nvPr/>
        </p:nvGrpSpPr>
        <p:grpSpPr>
          <a:xfrm rot="16200000">
            <a:off x="381034" y="5784871"/>
            <a:ext cx="708761" cy="1029872"/>
            <a:chOff x="1169162" y="1882999"/>
            <a:chExt cx="576000" cy="540000"/>
          </a:xfrm>
        </p:grpSpPr>
        <p:cxnSp>
          <p:nvCxnSpPr>
            <p:cNvPr id="235" name="Straight Connector 206">
              <a:extLst>
                <a:ext uri="{FF2B5EF4-FFF2-40B4-BE49-F238E27FC236}">
                  <a16:creationId xmlns:a16="http://schemas.microsoft.com/office/drawing/2014/main" id="{EFAE07FB-783F-47C8-B86C-E1484DC30A30}"/>
                </a:ext>
              </a:extLst>
            </p:cNvPr>
            <p:cNvCxnSpPr/>
            <p:nvPr/>
          </p:nvCxnSpPr>
          <p:spPr>
            <a:xfrm>
              <a:off x="1183462" y="188299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07">
              <a:extLst>
                <a:ext uri="{FF2B5EF4-FFF2-40B4-BE49-F238E27FC236}">
                  <a16:creationId xmlns:a16="http://schemas.microsoft.com/office/drawing/2014/main" id="{453BA94B-440C-47E7-844C-2A3F1A15577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57162" y="160318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03">
            <a:extLst>
              <a:ext uri="{FF2B5EF4-FFF2-40B4-BE49-F238E27FC236}">
                <a16:creationId xmlns:a16="http://schemas.microsoft.com/office/drawing/2014/main" id="{88F0039C-8BDF-45C5-9E9F-F2DBB7394F5C}"/>
              </a:ext>
            </a:extLst>
          </p:cNvPr>
          <p:cNvGrpSpPr/>
          <p:nvPr/>
        </p:nvGrpSpPr>
        <p:grpSpPr>
          <a:xfrm rot="10800000">
            <a:off x="7534275" y="5989724"/>
            <a:ext cx="1098530" cy="664463"/>
            <a:chOff x="986280" y="2069312"/>
            <a:chExt cx="576000" cy="540000"/>
          </a:xfrm>
        </p:grpSpPr>
        <p:cxnSp>
          <p:nvCxnSpPr>
            <p:cNvPr id="233" name="Straight Connector 204">
              <a:extLst>
                <a:ext uri="{FF2B5EF4-FFF2-40B4-BE49-F238E27FC236}">
                  <a16:creationId xmlns:a16="http://schemas.microsoft.com/office/drawing/2014/main" id="{1634811E-58D2-45BD-9C97-AAFF3843A1F4}"/>
                </a:ext>
              </a:extLst>
            </p:cNvPr>
            <p:cNvCxnSpPr/>
            <p:nvPr/>
          </p:nvCxnSpPr>
          <p:spPr>
            <a:xfrm>
              <a:off x="991402" y="2069312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05">
              <a:extLst>
                <a:ext uri="{FF2B5EF4-FFF2-40B4-BE49-F238E27FC236}">
                  <a16:creationId xmlns:a16="http://schemas.microsoft.com/office/drawing/2014/main" id="{5D9F2E91-DA63-4885-A875-B43972E6DA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74280" y="178131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Marcador de número de diapositiva 2">
            <a:extLst>
              <a:ext uri="{FF2B5EF4-FFF2-40B4-BE49-F238E27FC236}">
                <a16:creationId xmlns:a16="http://schemas.microsoft.com/office/drawing/2014/main" id="{DBB0E8F2-C714-47A5-94CF-151033B3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95" y="6437996"/>
            <a:ext cx="35256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13EC8DFB-05E1-4066-A64C-44E426B09510}"/>
              </a:ext>
            </a:extLst>
          </p:cNvPr>
          <p:cNvSpPr/>
          <p:nvPr/>
        </p:nvSpPr>
        <p:spPr>
          <a:xfrm>
            <a:off x="0" y="673566"/>
            <a:ext cx="12192000" cy="870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31753DE1-A5E0-4145-969C-7D46CF313CFB}"/>
              </a:ext>
            </a:extLst>
          </p:cNvPr>
          <p:cNvSpPr/>
          <p:nvPr/>
        </p:nvSpPr>
        <p:spPr>
          <a:xfrm>
            <a:off x="739096" y="453855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4" name="Marcador de texto 3">
            <a:extLst>
              <a:ext uri="{FF2B5EF4-FFF2-40B4-BE49-F238E27FC236}">
                <a16:creationId xmlns:a16="http://schemas.microsoft.com/office/drawing/2014/main" id="{5260F4E0-437C-4C99-B1C5-22643C9F54BC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328FB3E4-DAFC-4682-BE3A-5FDD12205C81}"/>
              </a:ext>
            </a:extLst>
          </p:cNvPr>
          <p:cNvSpPr/>
          <p:nvPr/>
        </p:nvSpPr>
        <p:spPr>
          <a:xfrm>
            <a:off x="1381336" y="88724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err="1">
                <a:solidFill>
                  <a:schemeClr val="tx1"/>
                </a:solidFill>
                <a:latin typeface="Santander Headline"/>
              </a:rPr>
              <a:t>OnLine</a:t>
            </a:r>
            <a:r>
              <a:rPr lang="en-US">
                <a:solidFill>
                  <a:schemeClr val="tx1"/>
                </a:solidFill>
                <a:latin typeface="Santander Headline"/>
              </a:rPr>
              <a:t> Banking -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Diagrama</a:t>
            </a:r>
            <a:r>
              <a:rPr lang="en-US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funcional</a:t>
            </a:r>
            <a:endParaRPr lang="en-US">
              <a:solidFill>
                <a:schemeClr val="tx1"/>
              </a:solidFill>
              <a:latin typeface="santander Headline"/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F87B0F9-A575-4F9C-975E-477A1011408F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0669A26-7641-459A-95AC-D43748B0F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grpSp>
        <p:nvGrpSpPr>
          <p:cNvPr id="241" name="Group 246">
            <a:extLst>
              <a:ext uri="{FF2B5EF4-FFF2-40B4-BE49-F238E27FC236}">
                <a16:creationId xmlns:a16="http://schemas.microsoft.com/office/drawing/2014/main" id="{C3DFD48F-19DD-4FC0-BEBB-5E8413E0F38E}"/>
              </a:ext>
            </a:extLst>
          </p:cNvPr>
          <p:cNvGrpSpPr/>
          <p:nvPr/>
        </p:nvGrpSpPr>
        <p:grpSpPr>
          <a:xfrm>
            <a:off x="9090561" y="1685005"/>
            <a:ext cx="2767471" cy="271403"/>
            <a:chOff x="1762778" y="2834291"/>
            <a:chExt cx="9589994" cy="187258"/>
          </a:xfrm>
        </p:grpSpPr>
        <p:cxnSp>
          <p:nvCxnSpPr>
            <p:cNvPr id="242" name="Straight Connector 247">
              <a:extLst>
                <a:ext uri="{FF2B5EF4-FFF2-40B4-BE49-F238E27FC236}">
                  <a16:creationId xmlns:a16="http://schemas.microsoft.com/office/drawing/2014/main" id="{1D9392C2-F3FD-4786-BE5D-82A013D3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762778" y="2928402"/>
              <a:ext cx="9589994" cy="735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ectangle 248">
              <a:extLst>
                <a:ext uri="{FF2B5EF4-FFF2-40B4-BE49-F238E27FC236}">
                  <a16:creationId xmlns:a16="http://schemas.microsoft.com/office/drawing/2014/main" id="{6A0DFF8B-339E-4C58-BA55-3DC9C9006AC0}"/>
                </a:ext>
              </a:extLst>
            </p:cNvPr>
            <p:cNvSpPr/>
            <p:nvPr/>
          </p:nvSpPr>
          <p:spPr>
            <a:xfrm>
              <a:off x="3990424" y="2834291"/>
              <a:ext cx="5134698" cy="187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Main features</a:t>
              </a:r>
            </a:p>
          </p:txBody>
        </p:sp>
      </p:grpSp>
      <p:sp>
        <p:nvSpPr>
          <p:cNvPr id="244" name="Rectángulo 10">
            <a:extLst>
              <a:ext uri="{FF2B5EF4-FFF2-40B4-BE49-F238E27FC236}">
                <a16:creationId xmlns:a16="http://schemas.microsoft.com/office/drawing/2014/main" id="{071AFA92-F37B-4CDB-954B-A36A5EE2FEC8}"/>
              </a:ext>
            </a:extLst>
          </p:cNvPr>
          <p:cNvSpPr/>
          <p:nvPr/>
        </p:nvSpPr>
        <p:spPr>
          <a:xfrm>
            <a:off x="8933047" y="2080751"/>
            <a:ext cx="2887807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C6CC6B81-FF76-49D5-9169-210EA8635ADB}"/>
              </a:ext>
            </a:extLst>
          </p:cNvPr>
          <p:cNvSpPr/>
          <p:nvPr/>
        </p:nvSpPr>
        <p:spPr>
          <a:xfrm>
            <a:off x="2754341" y="1934460"/>
            <a:ext cx="2954649" cy="325709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176" name="Group 248">
            <a:extLst>
              <a:ext uri="{FF2B5EF4-FFF2-40B4-BE49-F238E27FC236}">
                <a16:creationId xmlns:a16="http://schemas.microsoft.com/office/drawing/2014/main" id="{D4D5B35C-D0B8-42E9-AFE4-18BF407CD9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814" y="2359445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77" name="Freeform 249">
              <a:extLst>
                <a:ext uri="{FF2B5EF4-FFF2-40B4-BE49-F238E27FC236}">
                  <a16:creationId xmlns:a16="http://schemas.microsoft.com/office/drawing/2014/main" id="{85D6AC85-7CA6-4335-82CB-7FC0CA4ABB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8" name="Freeform 250">
              <a:extLst>
                <a:ext uri="{FF2B5EF4-FFF2-40B4-BE49-F238E27FC236}">
                  <a16:creationId xmlns:a16="http://schemas.microsoft.com/office/drawing/2014/main" id="{73D5D523-7B9C-4777-B876-A20F371B8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9" name="Oval 251">
              <a:extLst>
                <a:ext uri="{FF2B5EF4-FFF2-40B4-BE49-F238E27FC236}">
                  <a16:creationId xmlns:a16="http://schemas.microsoft.com/office/drawing/2014/main" id="{571FB865-2940-4257-BD9D-451A7DEAF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0" name="Oval 252">
              <a:extLst>
                <a:ext uri="{FF2B5EF4-FFF2-40B4-BE49-F238E27FC236}">
                  <a16:creationId xmlns:a16="http://schemas.microsoft.com/office/drawing/2014/main" id="{A5ED0EA7-A983-4EAB-919D-434E426C0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1" name="Oval 253">
              <a:extLst>
                <a:ext uri="{FF2B5EF4-FFF2-40B4-BE49-F238E27FC236}">
                  <a16:creationId xmlns:a16="http://schemas.microsoft.com/office/drawing/2014/main" id="{7D4CA568-75A4-4988-A76C-EE68889D5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2" name="Freeform 254">
              <a:extLst>
                <a:ext uri="{FF2B5EF4-FFF2-40B4-BE49-F238E27FC236}">
                  <a16:creationId xmlns:a16="http://schemas.microsoft.com/office/drawing/2014/main" id="{FE3ADB46-A635-470E-91DB-44E4C48EE0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3" name="Freeform 255">
              <a:extLst>
                <a:ext uri="{FF2B5EF4-FFF2-40B4-BE49-F238E27FC236}">
                  <a16:creationId xmlns:a16="http://schemas.microsoft.com/office/drawing/2014/main" id="{5F03EAC8-4EC1-4634-BFDE-170F9A1DC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4" name="Oval 256">
              <a:extLst>
                <a:ext uri="{FF2B5EF4-FFF2-40B4-BE49-F238E27FC236}">
                  <a16:creationId xmlns:a16="http://schemas.microsoft.com/office/drawing/2014/main" id="{B36CEF30-E427-414A-BED4-598BAFF34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5" name="Oval 257">
              <a:extLst>
                <a:ext uri="{FF2B5EF4-FFF2-40B4-BE49-F238E27FC236}">
                  <a16:creationId xmlns:a16="http://schemas.microsoft.com/office/drawing/2014/main" id="{5866E1A4-8D79-4462-A899-DC36AB3B9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6" name="Oval 258">
              <a:extLst>
                <a:ext uri="{FF2B5EF4-FFF2-40B4-BE49-F238E27FC236}">
                  <a16:creationId xmlns:a16="http://schemas.microsoft.com/office/drawing/2014/main" id="{36844B54-18B4-4BF2-837A-D5337B6AD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7" name="Freeform 259">
              <a:extLst>
                <a:ext uri="{FF2B5EF4-FFF2-40B4-BE49-F238E27FC236}">
                  <a16:creationId xmlns:a16="http://schemas.microsoft.com/office/drawing/2014/main" id="{2A2CFF92-E1AA-499F-BA6B-8AA0E2894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8" name="Freeform 260">
              <a:extLst>
                <a:ext uri="{FF2B5EF4-FFF2-40B4-BE49-F238E27FC236}">
                  <a16:creationId xmlns:a16="http://schemas.microsoft.com/office/drawing/2014/main" id="{84348F3F-9BDE-4E42-8379-BEE13BD5A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9" name="Oval 261">
              <a:extLst>
                <a:ext uri="{FF2B5EF4-FFF2-40B4-BE49-F238E27FC236}">
                  <a16:creationId xmlns:a16="http://schemas.microsoft.com/office/drawing/2014/main" id="{0636ED2B-85F2-4201-A2C7-9F17774AA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0" name="Oval 262">
              <a:extLst>
                <a:ext uri="{FF2B5EF4-FFF2-40B4-BE49-F238E27FC236}">
                  <a16:creationId xmlns:a16="http://schemas.microsoft.com/office/drawing/2014/main" id="{12BF20F4-0EF1-4334-A381-8CA7BC1A9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1" name="Oval 263">
              <a:extLst>
                <a:ext uri="{FF2B5EF4-FFF2-40B4-BE49-F238E27FC236}">
                  <a16:creationId xmlns:a16="http://schemas.microsoft.com/office/drawing/2014/main" id="{68B2D2CA-E215-4EEA-BEDD-18D6F3A94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2" name="Freeform 264">
              <a:extLst>
                <a:ext uri="{FF2B5EF4-FFF2-40B4-BE49-F238E27FC236}">
                  <a16:creationId xmlns:a16="http://schemas.microsoft.com/office/drawing/2014/main" id="{E558014D-023F-4704-804D-7F97FF561A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DF754FD2-13A5-40E3-BA31-0A4CE5A3C380}"/>
              </a:ext>
            </a:extLst>
          </p:cNvPr>
          <p:cNvSpPr txBox="1"/>
          <p:nvPr/>
        </p:nvSpPr>
        <p:spPr>
          <a:xfrm>
            <a:off x="276793" y="1997862"/>
            <a:ext cx="1410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Mainframe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A901E8A-18BA-4495-9CCF-62D5B8A1B5FF}"/>
              </a:ext>
            </a:extLst>
          </p:cNvPr>
          <p:cNvCxnSpPr>
            <a:cxnSpLocks/>
          </p:cNvCxnSpPr>
          <p:nvPr/>
        </p:nvCxnSpPr>
        <p:spPr>
          <a:xfrm flipH="1" flipV="1">
            <a:off x="1279469" y="2769755"/>
            <a:ext cx="2526371" cy="68128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8959C2F-696B-4038-A288-6481E8043F2C}"/>
              </a:ext>
            </a:extLst>
          </p:cNvPr>
          <p:cNvCxnSpPr>
            <a:cxnSpLocks/>
          </p:cNvCxnSpPr>
          <p:nvPr/>
        </p:nvCxnSpPr>
        <p:spPr>
          <a:xfrm flipH="1">
            <a:off x="4780515" y="3553462"/>
            <a:ext cx="2822414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248">
            <a:extLst>
              <a:ext uri="{FF2B5EF4-FFF2-40B4-BE49-F238E27FC236}">
                <a16:creationId xmlns:a16="http://schemas.microsoft.com/office/drawing/2014/main" id="{EA3D5650-DF74-4FFB-88B6-8335CC3B4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91867" y="3126171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97" name="Freeform 249">
              <a:extLst>
                <a:ext uri="{FF2B5EF4-FFF2-40B4-BE49-F238E27FC236}">
                  <a16:creationId xmlns:a16="http://schemas.microsoft.com/office/drawing/2014/main" id="{8ED1955A-1F1B-44EC-AB4A-8514119F61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8" name="Freeform 250">
              <a:extLst>
                <a:ext uri="{FF2B5EF4-FFF2-40B4-BE49-F238E27FC236}">
                  <a16:creationId xmlns:a16="http://schemas.microsoft.com/office/drawing/2014/main" id="{B8F69DDD-F909-43D6-B3DA-72610E1BE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9" name="Oval 251">
              <a:extLst>
                <a:ext uri="{FF2B5EF4-FFF2-40B4-BE49-F238E27FC236}">
                  <a16:creationId xmlns:a16="http://schemas.microsoft.com/office/drawing/2014/main" id="{888B6B15-6E97-4F85-847E-BE8677B8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0" name="Oval 252">
              <a:extLst>
                <a:ext uri="{FF2B5EF4-FFF2-40B4-BE49-F238E27FC236}">
                  <a16:creationId xmlns:a16="http://schemas.microsoft.com/office/drawing/2014/main" id="{F0013FFB-7EC4-4778-A4E3-8320F0E76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1" name="Oval 253">
              <a:extLst>
                <a:ext uri="{FF2B5EF4-FFF2-40B4-BE49-F238E27FC236}">
                  <a16:creationId xmlns:a16="http://schemas.microsoft.com/office/drawing/2014/main" id="{17959D5E-51DE-444D-9717-2CE37217D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2" name="Freeform 254">
              <a:extLst>
                <a:ext uri="{FF2B5EF4-FFF2-40B4-BE49-F238E27FC236}">
                  <a16:creationId xmlns:a16="http://schemas.microsoft.com/office/drawing/2014/main" id="{D835D5C8-5B90-444D-91A3-ED4459FDF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3" name="Freeform 255">
              <a:extLst>
                <a:ext uri="{FF2B5EF4-FFF2-40B4-BE49-F238E27FC236}">
                  <a16:creationId xmlns:a16="http://schemas.microsoft.com/office/drawing/2014/main" id="{ADD25008-E767-486B-A052-549F8D230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4" name="Oval 256">
              <a:extLst>
                <a:ext uri="{FF2B5EF4-FFF2-40B4-BE49-F238E27FC236}">
                  <a16:creationId xmlns:a16="http://schemas.microsoft.com/office/drawing/2014/main" id="{7460DBC3-C68B-4498-AB11-68AF2E28A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5" name="Oval 257">
              <a:extLst>
                <a:ext uri="{FF2B5EF4-FFF2-40B4-BE49-F238E27FC236}">
                  <a16:creationId xmlns:a16="http://schemas.microsoft.com/office/drawing/2014/main" id="{5687B5BE-80A4-4FA1-A691-E66D9CDE2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7" name="Oval 258">
              <a:extLst>
                <a:ext uri="{FF2B5EF4-FFF2-40B4-BE49-F238E27FC236}">
                  <a16:creationId xmlns:a16="http://schemas.microsoft.com/office/drawing/2014/main" id="{86267792-BE07-4E58-956E-F8EE77F26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8" name="Freeform 259">
              <a:extLst>
                <a:ext uri="{FF2B5EF4-FFF2-40B4-BE49-F238E27FC236}">
                  <a16:creationId xmlns:a16="http://schemas.microsoft.com/office/drawing/2014/main" id="{B9E468BF-B474-4BAE-9C8D-13381AAD6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9" name="Freeform 260">
              <a:extLst>
                <a:ext uri="{FF2B5EF4-FFF2-40B4-BE49-F238E27FC236}">
                  <a16:creationId xmlns:a16="http://schemas.microsoft.com/office/drawing/2014/main" id="{185BFC99-1F6C-4CD1-93D3-A19024A25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0" name="Oval 261">
              <a:extLst>
                <a:ext uri="{FF2B5EF4-FFF2-40B4-BE49-F238E27FC236}">
                  <a16:creationId xmlns:a16="http://schemas.microsoft.com/office/drawing/2014/main" id="{2C5A6D39-8666-432E-84E9-51D3BB56E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1" name="Oval 262">
              <a:extLst>
                <a:ext uri="{FF2B5EF4-FFF2-40B4-BE49-F238E27FC236}">
                  <a16:creationId xmlns:a16="http://schemas.microsoft.com/office/drawing/2014/main" id="{2E1E42C2-5B1B-4EA6-809B-76C950421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2" name="Oval 263">
              <a:extLst>
                <a:ext uri="{FF2B5EF4-FFF2-40B4-BE49-F238E27FC236}">
                  <a16:creationId xmlns:a16="http://schemas.microsoft.com/office/drawing/2014/main" id="{1ED79036-34FD-41B3-B6FB-9AF114403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3" name="Freeform 264">
              <a:extLst>
                <a:ext uri="{FF2B5EF4-FFF2-40B4-BE49-F238E27FC236}">
                  <a16:creationId xmlns:a16="http://schemas.microsoft.com/office/drawing/2014/main" id="{8E1507D8-6C85-4490-8453-3D011FF210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grpSp>
        <p:nvGrpSpPr>
          <p:cNvPr id="216" name="Group 248">
            <a:extLst>
              <a:ext uri="{FF2B5EF4-FFF2-40B4-BE49-F238E27FC236}">
                <a16:creationId xmlns:a16="http://schemas.microsoft.com/office/drawing/2014/main" id="{EB91914D-B942-44FE-BD28-93E3E27577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217" y="4191699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217" name="Freeform 249">
              <a:extLst>
                <a:ext uri="{FF2B5EF4-FFF2-40B4-BE49-F238E27FC236}">
                  <a16:creationId xmlns:a16="http://schemas.microsoft.com/office/drawing/2014/main" id="{B26FCEE3-8572-42F6-8F46-7D6F7B64F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8" name="Freeform 250">
              <a:extLst>
                <a:ext uri="{FF2B5EF4-FFF2-40B4-BE49-F238E27FC236}">
                  <a16:creationId xmlns:a16="http://schemas.microsoft.com/office/drawing/2014/main" id="{6CF5BE37-9488-4D2F-B031-6100DD7F7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9" name="Oval 251">
              <a:extLst>
                <a:ext uri="{FF2B5EF4-FFF2-40B4-BE49-F238E27FC236}">
                  <a16:creationId xmlns:a16="http://schemas.microsoft.com/office/drawing/2014/main" id="{640784F0-2C0E-452D-8A6B-899A43370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0" name="Oval 252">
              <a:extLst>
                <a:ext uri="{FF2B5EF4-FFF2-40B4-BE49-F238E27FC236}">
                  <a16:creationId xmlns:a16="http://schemas.microsoft.com/office/drawing/2014/main" id="{58B097E9-712E-49DF-93A0-618408BA7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1" name="Oval 253">
              <a:extLst>
                <a:ext uri="{FF2B5EF4-FFF2-40B4-BE49-F238E27FC236}">
                  <a16:creationId xmlns:a16="http://schemas.microsoft.com/office/drawing/2014/main" id="{0959BEB9-6F1A-4FD1-AAD0-E280B2065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2" name="Freeform 254">
              <a:extLst>
                <a:ext uri="{FF2B5EF4-FFF2-40B4-BE49-F238E27FC236}">
                  <a16:creationId xmlns:a16="http://schemas.microsoft.com/office/drawing/2014/main" id="{F329281B-8F87-4A17-81C7-53FD88DAF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3" name="Freeform 255">
              <a:extLst>
                <a:ext uri="{FF2B5EF4-FFF2-40B4-BE49-F238E27FC236}">
                  <a16:creationId xmlns:a16="http://schemas.microsoft.com/office/drawing/2014/main" id="{950311BB-E254-4BEA-8DA3-9B8E86082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4" name="Oval 256">
              <a:extLst>
                <a:ext uri="{FF2B5EF4-FFF2-40B4-BE49-F238E27FC236}">
                  <a16:creationId xmlns:a16="http://schemas.microsoft.com/office/drawing/2014/main" id="{D88764C9-D0E3-4F7D-A872-261337146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5" name="Oval 257">
              <a:extLst>
                <a:ext uri="{FF2B5EF4-FFF2-40B4-BE49-F238E27FC236}">
                  <a16:creationId xmlns:a16="http://schemas.microsoft.com/office/drawing/2014/main" id="{7CE95091-BD3E-413B-BED2-675502CB2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6" name="Oval 258">
              <a:extLst>
                <a:ext uri="{FF2B5EF4-FFF2-40B4-BE49-F238E27FC236}">
                  <a16:creationId xmlns:a16="http://schemas.microsoft.com/office/drawing/2014/main" id="{ED70311B-D715-4147-B1B1-95FF28B8A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7" name="Freeform 259">
              <a:extLst>
                <a:ext uri="{FF2B5EF4-FFF2-40B4-BE49-F238E27FC236}">
                  <a16:creationId xmlns:a16="http://schemas.microsoft.com/office/drawing/2014/main" id="{91C78AC4-2FDC-46AA-AE75-2FD8D55A96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5" name="Freeform 260">
              <a:extLst>
                <a:ext uri="{FF2B5EF4-FFF2-40B4-BE49-F238E27FC236}">
                  <a16:creationId xmlns:a16="http://schemas.microsoft.com/office/drawing/2014/main" id="{670862D3-2FB1-4682-A9FB-1549EACB3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6" name="Oval 261">
              <a:extLst>
                <a:ext uri="{FF2B5EF4-FFF2-40B4-BE49-F238E27FC236}">
                  <a16:creationId xmlns:a16="http://schemas.microsoft.com/office/drawing/2014/main" id="{20D38240-A3FC-4C72-8F73-74BC01E85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7" name="Oval 262">
              <a:extLst>
                <a:ext uri="{FF2B5EF4-FFF2-40B4-BE49-F238E27FC236}">
                  <a16:creationId xmlns:a16="http://schemas.microsoft.com/office/drawing/2014/main" id="{58BAAC96-81EF-4244-AE63-8F053DD6E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8" name="Oval 263">
              <a:extLst>
                <a:ext uri="{FF2B5EF4-FFF2-40B4-BE49-F238E27FC236}">
                  <a16:creationId xmlns:a16="http://schemas.microsoft.com/office/drawing/2014/main" id="{ADC25163-B45D-441A-BC4D-0EEB5CCF8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9" name="Freeform 264">
              <a:extLst>
                <a:ext uri="{FF2B5EF4-FFF2-40B4-BE49-F238E27FC236}">
                  <a16:creationId xmlns:a16="http://schemas.microsoft.com/office/drawing/2014/main" id="{51511B2B-125C-4900-9DE4-34EC0B9C5F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0FC9A88-9BC2-40AB-96EC-A83F41314037}"/>
              </a:ext>
            </a:extLst>
          </p:cNvPr>
          <p:cNvSpPr/>
          <p:nvPr/>
        </p:nvSpPr>
        <p:spPr>
          <a:xfrm>
            <a:off x="3209647" y="5599773"/>
            <a:ext cx="2072450" cy="92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251" name="Group 109">
            <a:extLst>
              <a:ext uri="{FF2B5EF4-FFF2-40B4-BE49-F238E27FC236}">
                <a16:creationId xmlns:a16="http://schemas.microsoft.com/office/drawing/2014/main" id="{8AF1C62B-C228-4AFC-B848-87C47A0EB07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6386" y="5908006"/>
            <a:ext cx="524050" cy="443579"/>
            <a:chOff x="5507" y="464"/>
            <a:chExt cx="426" cy="373"/>
          </a:xfrm>
          <a:solidFill>
            <a:srgbClr val="FF0000"/>
          </a:solidFill>
        </p:grpSpPr>
        <p:sp>
          <p:nvSpPr>
            <p:cNvPr id="252" name="Freeform 110">
              <a:extLst>
                <a:ext uri="{FF2B5EF4-FFF2-40B4-BE49-F238E27FC236}">
                  <a16:creationId xmlns:a16="http://schemas.microsoft.com/office/drawing/2014/main" id="{B78B9295-36DD-4ABC-8DAC-2B69024AA3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464"/>
              <a:ext cx="426" cy="337"/>
            </a:xfrm>
            <a:custGeom>
              <a:avLst/>
              <a:gdLst>
                <a:gd name="T0" fmla="*/ 264 w 288"/>
                <a:gd name="T1" fmla="*/ 228 h 228"/>
                <a:gd name="T2" fmla="*/ 24 w 288"/>
                <a:gd name="T3" fmla="*/ 228 h 228"/>
                <a:gd name="T4" fmla="*/ 0 w 288"/>
                <a:gd name="T5" fmla="*/ 203 h 228"/>
                <a:gd name="T6" fmla="*/ 0 w 288"/>
                <a:gd name="T7" fmla="*/ 25 h 228"/>
                <a:gd name="T8" fmla="*/ 24 w 288"/>
                <a:gd name="T9" fmla="*/ 0 h 228"/>
                <a:gd name="T10" fmla="*/ 264 w 288"/>
                <a:gd name="T11" fmla="*/ 0 h 228"/>
                <a:gd name="T12" fmla="*/ 288 w 288"/>
                <a:gd name="T13" fmla="*/ 25 h 228"/>
                <a:gd name="T14" fmla="*/ 288 w 288"/>
                <a:gd name="T15" fmla="*/ 203 h 228"/>
                <a:gd name="T16" fmla="*/ 264 w 288"/>
                <a:gd name="T17" fmla="*/ 228 h 228"/>
                <a:gd name="T18" fmla="*/ 24 w 288"/>
                <a:gd name="T19" fmla="*/ 12 h 228"/>
                <a:gd name="T20" fmla="*/ 12 w 288"/>
                <a:gd name="T21" fmla="*/ 25 h 228"/>
                <a:gd name="T22" fmla="*/ 12 w 288"/>
                <a:gd name="T23" fmla="*/ 203 h 228"/>
                <a:gd name="T24" fmla="*/ 24 w 288"/>
                <a:gd name="T25" fmla="*/ 216 h 228"/>
                <a:gd name="T26" fmla="*/ 264 w 288"/>
                <a:gd name="T27" fmla="*/ 216 h 228"/>
                <a:gd name="T28" fmla="*/ 276 w 288"/>
                <a:gd name="T29" fmla="*/ 203 h 228"/>
                <a:gd name="T30" fmla="*/ 276 w 288"/>
                <a:gd name="T31" fmla="*/ 25 h 228"/>
                <a:gd name="T32" fmla="*/ 264 w 288"/>
                <a:gd name="T33" fmla="*/ 12 h 228"/>
                <a:gd name="T34" fmla="*/ 24 w 288"/>
                <a:gd name="T35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28">
                  <a:moveTo>
                    <a:pt x="264" y="228"/>
                  </a:moveTo>
                  <a:cubicBezTo>
                    <a:pt x="24" y="228"/>
                    <a:pt x="24" y="228"/>
                    <a:pt x="24" y="228"/>
                  </a:cubicBezTo>
                  <a:cubicBezTo>
                    <a:pt x="11" y="228"/>
                    <a:pt x="0" y="217"/>
                    <a:pt x="0" y="20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7" y="0"/>
                    <a:pt x="288" y="11"/>
                    <a:pt x="288" y="25"/>
                  </a:cubicBezTo>
                  <a:cubicBezTo>
                    <a:pt x="288" y="203"/>
                    <a:pt x="288" y="203"/>
                    <a:pt x="288" y="203"/>
                  </a:cubicBezTo>
                  <a:cubicBezTo>
                    <a:pt x="288" y="217"/>
                    <a:pt x="277" y="228"/>
                    <a:pt x="264" y="22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5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" y="210"/>
                    <a:pt x="18" y="216"/>
                    <a:pt x="24" y="216"/>
                  </a:cubicBezTo>
                  <a:cubicBezTo>
                    <a:pt x="264" y="216"/>
                    <a:pt x="264" y="216"/>
                    <a:pt x="264" y="216"/>
                  </a:cubicBezTo>
                  <a:cubicBezTo>
                    <a:pt x="271" y="216"/>
                    <a:pt x="276" y="210"/>
                    <a:pt x="276" y="203"/>
                  </a:cubicBezTo>
                  <a:cubicBezTo>
                    <a:pt x="276" y="25"/>
                    <a:pt x="276" y="25"/>
                    <a:pt x="276" y="25"/>
                  </a:cubicBezTo>
                  <a:cubicBezTo>
                    <a:pt x="276" y="18"/>
                    <a:pt x="271" y="12"/>
                    <a:pt x="264" y="12"/>
                  </a:cubicBezTo>
                  <a:lnTo>
                    <a:pt x="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3" name="Freeform 111">
              <a:extLst>
                <a:ext uri="{FF2B5EF4-FFF2-40B4-BE49-F238E27FC236}">
                  <a16:creationId xmlns:a16="http://schemas.microsoft.com/office/drawing/2014/main" id="{238C97F4-5DEB-4D40-80BA-CD57DA2A0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7" y="819"/>
              <a:ext cx="266" cy="18"/>
            </a:xfrm>
            <a:custGeom>
              <a:avLst/>
              <a:gdLst>
                <a:gd name="T0" fmla="*/ 174 w 180"/>
                <a:gd name="T1" fmla="*/ 12 h 12"/>
                <a:gd name="T2" fmla="*/ 6 w 180"/>
                <a:gd name="T3" fmla="*/ 12 h 12"/>
                <a:gd name="T4" fmla="*/ 0 w 180"/>
                <a:gd name="T5" fmla="*/ 6 h 12"/>
                <a:gd name="T6" fmla="*/ 6 w 180"/>
                <a:gd name="T7" fmla="*/ 0 h 12"/>
                <a:gd name="T8" fmla="*/ 174 w 180"/>
                <a:gd name="T9" fmla="*/ 0 h 12"/>
                <a:gd name="T10" fmla="*/ 180 w 180"/>
                <a:gd name="T11" fmla="*/ 6 h 12"/>
                <a:gd name="T12" fmla="*/ 174 w 18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2">
                  <a:moveTo>
                    <a:pt x="17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8" y="0"/>
                    <a:pt x="180" y="3"/>
                    <a:pt x="180" y="6"/>
                  </a:cubicBezTo>
                  <a:cubicBezTo>
                    <a:pt x="180" y="9"/>
                    <a:pt x="178" y="12"/>
                    <a:pt x="17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4" name="Freeform 112">
              <a:extLst>
                <a:ext uri="{FF2B5EF4-FFF2-40B4-BE49-F238E27FC236}">
                  <a16:creationId xmlns:a16="http://schemas.microsoft.com/office/drawing/2014/main" id="{2EE1E4BC-BCC4-45D2-8117-4BB5BAEF8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2" y="784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5" name="Oval 113">
              <a:extLst>
                <a:ext uri="{FF2B5EF4-FFF2-40B4-BE49-F238E27FC236}">
                  <a16:creationId xmlns:a16="http://schemas.microsoft.com/office/drawing/2014/main" id="{5780D2B5-4473-4213-AED9-0AAA81633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" y="739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6" name="Rectangle 114">
              <a:extLst>
                <a:ext uri="{FF2B5EF4-FFF2-40B4-BE49-F238E27FC236}">
                  <a16:creationId xmlns:a16="http://schemas.microsoft.com/office/drawing/2014/main" id="{BDBAB15F-DBB9-4CAB-8B1D-527F2A8C2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713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7" name="Freeform 115">
              <a:extLst>
                <a:ext uri="{FF2B5EF4-FFF2-40B4-BE49-F238E27FC236}">
                  <a16:creationId xmlns:a16="http://schemas.microsoft.com/office/drawing/2014/main" id="{EF179A8B-DFED-444D-B9F1-6024C44C2B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1" y="499"/>
              <a:ext cx="196" cy="196"/>
            </a:xfrm>
            <a:custGeom>
              <a:avLst/>
              <a:gdLst>
                <a:gd name="T0" fmla="*/ 66 w 132"/>
                <a:gd name="T1" fmla="*/ 132 h 132"/>
                <a:gd name="T2" fmla="*/ 0 w 132"/>
                <a:gd name="T3" fmla="*/ 66 h 132"/>
                <a:gd name="T4" fmla="*/ 66 w 132"/>
                <a:gd name="T5" fmla="*/ 0 h 132"/>
                <a:gd name="T6" fmla="*/ 132 w 132"/>
                <a:gd name="T7" fmla="*/ 66 h 132"/>
                <a:gd name="T8" fmla="*/ 66 w 132"/>
                <a:gd name="T9" fmla="*/ 132 h 132"/>
                <a:gd name="T10" fmla="*/ 66 w 132"/>
                <a:gd name="T11" fmla="*/ 12 h 132"/>
                <a:gd name="T12" fmla="*/ 12 w 132"/>
                <a:gd name="T13" fmla="*/ 66 h 132"/>
                <a:gd name="T14" fmla="*/ 66 w 132"/>
                <a:gd name="T15" fmla="*/ 120 h 132"/>
                <a:gd name="T16" fmla="*/ 120 w 132"/>
                <a:gd name="T17" fmla="*/ 66 h 132"/>
                <a:gd name="T18" fmla="*/ 66 w 132"/>
                <a:gd name="T1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32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12"/>
                  </a:moveTo>
                  <a:cubicBezTo>
                    <a:pt x="36" y="12"/>
                    <a:pt x="12" y="36"/>
                    <a:pt x="12" y="66"/>
                  </a:cubicBezTo>
                  <a:cubicBezTo>
                    <a:pt x="12" y="96"/>
                    <a:pt x="36" y="120"/>
                    <a:pt x="66" y="120"/>
                  </a:cubicBezTo>
                  <a:cubicBezTo>
                    <a:pt x="96" y="120"/>
                    <a:pt x="120" y="96"/>
                    <a:pt x="120" y="66"/>
                  </a:cubicBezTo>
                  <a:cubicBezTo>
                    <a:pt x="120" y="36"/>
                    <a:pt x="96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8" name="Freeform 116">
              <a:extLst>
                <a:ext uri="{FF2B5EF4-FFF2-40B4-BE49-F238E27FC236}">
                  <a16:creationId xmlns:a16="http://schemas.microsoft.com/office/drawing/2014/main" id="{A1DD956F-2AFC-4660-A038-F604E3464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0" y="516"/>
              <a:ext cx="76" cy="158"/>
            </a:xfrm>
            <a:custGeom>
              <a:avLst/>
              <a:gdLst>
                <a:gd name="T0" fmla="*/ 45 w 51"/>
                <a:gd name="T1" fmla="*/ 107 h 107"/>
                <a:gd name="T2" fmla="*/ 40 w 51"/>
                <a:gd name="T3" fmla="*/ 105 h 107"/>
                <a:gd name="T4" fmla="*/ 2 w 51"/>
                <a:gd name="T5" fmla="*/ 59 h 107"/>
                <a:gd name="T6" fmla="*/ 1 w 51"/>
                <a:gd name="T7" fmla="*/ 52 h 107"/>
                <a:gd name="T8" fmla="*/ 34 w 51"/>
                <a:gd name="T9" fmla="*/ 4 h 107"/>
                <a:gd name="T10" fmla="*/ 42 w 51"/>
                <a:gd name="T11" fmla="*/ 2 h 107"/>
                <a:gd name="T12" fmla="*/ 44 w 51"/>
                <a:gd name="T13" fmla="*/ 10 h 107"/>
                <a:gd name="T14" fmla="*/ 14 w 51"/>
                <a:gd name="T15" fmla="*/ 55 h 107"/>
                <a:gd name="T16" fmla="*/ 49 w 51"/>
                <a:gd name="T17" fmla="*/ 97 h 107"/>
                <a:gd name="T18" fmla="*/ 49 w 51"/>
                <a:gd name="T19" fmla="*/ 106 h 107"/>
                <a:gd name="T20" fmla="*/ 45 w 51"/>
                <a:gd name="T2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107">
                  <a:moveTo>
                    <a:pt x="45" y="107"/>
                  </a:moveTo>
                  <a:cubicBezTo>
                    <a:pt x="43" y="107"/>
                    <a:pt x="41" y="106"/>
                    <a:pt x="40" y="105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0" y="57"/>
                    <a:pt x="0" y="54"/>
                    <a:pt x="1" y="5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1"/>
                    <a:pt x="40" y="0"/>
                    <a:pt x="42" y="2"/>
                  </a:cubicBezTo>
                  <a:cubicBezTo>
                    <a:pt x="45" y="4"/>
                    <a:pt x="46" y="8"/>
                    <a:pt x="44" y="1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1" y="100"/>
                    <a:pt x="51" y="104"/>
                    <a:pt x="49" y="106"/>
                  </a:cubicBezTo>
                  <a:cubicBezTo>
                    <a:pt x="47" y="107"/>
                    <a:pt x="46" y="107"/>
                    <a:pt x="45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9" name="Freeform 117">
              <a:extLst>
                <a:ext uri="{FF2B5EF4-FFF2-40B4-BE49-F238E27FC236}">
                  <a16:creationId xmlns:a16="http://schemas.microsoft.com/office/drawing/2014/main" id="{C141C3AE-796F-4D6E-BE68-B1BDCF133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" y="588"/>
              <a:ext cx="107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9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0" name="Rectangle 118">
              <a:extLst>
                <a:ext uri="{FF2B5EF4-FFF2-40B4-BE49-F238E27FC236}">
                  <a16:creationId xmlns:a16="http://schemas.microsoft.com/office/drawing/2014/main" id="{42A081C4-2818-4922-A772-876E9763C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17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1" name="Rectangle 119">
              <a:extLst>
                <a:ext uri="{FF2B5EF4-FFF2-40B4-BE49-F238E27FC236}">
                  <a16:creationId xmlns:a16="http://schemas.microsoft.com/office/drawing/2014/main" id="{8DA77882-0234-4957-B5A8-4AA77107D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71"/>
              <a:ext cx="107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2" name="Rectangle 120">
              <a:extLst>
                <a:ext uri="{FF2B5EF4-FFF2-40B4-BE49-F238E27FC236}">
                  <a16:creationId xmlns:a16="http://schemas.microsoft.com/office/drawing/2014/main" id="{C75F036B-47BB-4F5D-9BA3-DE5D683B3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624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E4EEDA0C-CCBC-4D5D-90CF-A847870B9174}"/>
              </a:ext>
            </a:extLst>
          </p:cNvPr>
          <p:cNvSpPr txBox="1"/>
          <p:nvPr/>
        </p:nvSpPr>
        <p:spPr>
          <a:xfrm>
            <a:off x="3083930" y="5594936"/>
            <a:ext cx="2329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MONITORING</a:t>
            </a:r>
          </a:p>
        </p:txBody>
      </p:sp>
      <p:grpSp>
        <p:nvGrpSpPr>
          <p:cNvPr id="264" name="Group 156">
            <a:extLst>
              <a:ext uri="{FF2B5EF4-FFF2-40B4-BE49-F238E27FC236}">
                <a16:creationId xmlns:a16="http://schemas.microsoft.com/office/drawing/2014/main" id="{ECA53D40-88C2-40E3-88C1-D802D26DE3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5902" y="5908006"/>
            <a:ext cx="346767" cy="439822"/>
            <a:chOff x="1373" y="1718"/>
            <a:chExt cx="427" cy="426"/>
          </a:xfrm>
          <a:solidFill>
            <a:srgbClr val="7030A0"/>
          </a:solidFill>
        </p:grpSpPr>
        <p:sp>
          <p:nvSpPr>
            <p:cNvPr id="265" name="Freeform 157">
              <a:extLst>
                <a:ext uri="{FF2B5EF4-FFF2-40B4-BE49-F238E27FC236}">
                  <a16:creationId xmlns:a16="http://schemas.microsoft.com/office/drawing/2014/main" id="{762C2ECD-2811-4B48-A6D9-FC8BB76A06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9" y="1913"/>
              <a:ext cx="231" cy="231"/>
            </a:xfrm>
            <a:custGeom>
              <a:avLst/>
              <a:gdLst>
                <a:gd name="T0" fmla="*/ 78 w 156"/>
                <a:gd name="T1" fmla="*/ 156 h 156"/>
                <a:gd name="T2" fmla="*/ 0 w 156"/>
                <a:gd name="T3" fmla="*/ 78 h 156"/>
                <a:gd name="T4" fmla="*/ 78 w 156"/>
                <a:gd name="T5" fmla="*/ 0 h 156"/>
                <a:gd name="T6" fmla="*/ 156 w 156"/>
                <a:gd name="T7" fmla="*/ 78 h 156"/>
                <a:gd name="T8" fmla="*/ 78 w 156"/>
                <a:gd name="T9" fmla="*/ 156 h 156"/>
                <a:gd name="T10" fmla="*/ 78 w 156"/>
                <a:gd name="T11" fmla="*/ 12 h 156"/>
                <a:gd name="T12" fmla="*/ 12 w 156"/>
                <a:gd name="T13" fmla="*/ 78 h 156"/>
                <a:gd name="T14" fmla="*/ 78 w 156"/>
                <a:gd name="T15" fmla="*/ 144 h 156"/>
                <a:gd name="T16" fmla="*/ 144 w 156"/>
                <a:gd name="T17" fmla="*/ 78 h 156"/>
                <a:gd name="T18" fmla="*/ 78 w 156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1" y="0"/>
                    <a:pt x="156" y="35"/>
                    <a:pt x="156" y="78"/>
                  </a:cubicBezTo>
                  <a:cubicBezTo>
                    <a:pt x="156" y="121"/>
                    <a:pt x="121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1" y="12"/>
                    <a:pt x="12" y="41"/>
                    <a:pt x="12" y="78"/>
                  </a:cubicBezTo>
                  <a:cubicBezTo>
                    <a:pt x="12" y="114"/>
                    <a:pt x="41" y="144"/>
                    <a:pt x="78" y="144"/>
                  </a:cubicBezTo>
                  <a:cubicBezTo>
                    <a:pt x="114" y="144"/>
                    <a:pt x="144" y="114"/>
                    <a:pt x="144" y="78"/>
                  </a:cubicBezTo>
                  <a:cubicBezTo>
                    <a:pt x="144" y="41"/>
                    <a:pt x="114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6" name="Freeform 158">
              <a:extLst>
                <a:ext uri="{FF2B5EF4-FFF2-40B4-BE49-F238E27FC236}">
                  <a16:creationId xmlns:a16="http://schemas.microsoft.com/office/drawing/2014/main" id="{DAD4B6E5-C98A-472B-9395-8508E512D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92"/>
              <a:ext cx="127" cy="87"/>
            </a:xfrm>
            <a:custGeom>
              <a:avLst/>
              <a:gdLst>
                <a:gd name="T0" fmla="*/ 37 w 86"/>
                <a:gd name="T1" fmla="*/ 59 h 59"/>
                <a:gd name="T2" fmla="*/ 33 w 86"/>
                <a:gd name="T3" fmla="*/ 57 h 59"/>
                <a:gd name="T4" fmla="*/ 3 w 86"/>
                <a:gd name="T5" fmla="*/ 27 h 59"/>
                <a:gd name="T6" fmla="*/ 3 w 86"/>
                <a:gd name="T7" fmla="*/ 18 h 59"/>
                <a:gd name="T8" fmla="*/ 11 w 86"/>
                <a:gd name="T9" fmla="*/ 18 h 59"/>
                <a:gd name="T10" fmla="*/ 37 w 86"/>
                <a:gd name="T11" fmla="*/ 44 h 59"/>
                <a:gd name="T12" fmla="*/ 74 w 86"/>
                <a:gd name="T13" fmla="*/ 3 h 59"/>
                <a:gd name="T14" fmla="*/ 83 w 86"/>
                <a:gd name="T15" fmla="*/ 2 h 59"/>
                <a:gd name="T16" fmla="*/ 83 w 86"/>
                <a:gd name="T17" fmla="*/ 11 h 59"/>
                <a:gd name="T18" fmla="*/ 41 w 86"/>
                <a:gd name="T19" fmla="*/ 57 h 59"/>
                <a:gd name="T20" fmla="*/ 37 w 86"/>
                <a:gd name="T21" fmla="*/ 59 h 59"/>
                <a:gd name="T22" fmla="*/ 37 w 86"/>
                <a:gd name="T2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59">
                  <a:moveTo>
                    <a:pt x="37" y="59"/>
                  </a:moveTo>
                  <a:cubicBezTo>
                    <a:pt x="35" y="59"/>
                    <a:pt x="34" y="58"/>
                    <a:pt x="33" y="5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25"/>
                    <a:pt x="0" y="21"/>
                    <a:pt x="3" y="18"/>
                  </a:cubicBezTo>
                  <a:cubicBezTo>
                    <a:pt x="5" y="16"/>
                    <a:pt x="9" y="16"/>
                    <a:pt x="11" y="18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7" y="0"/>
                    <a:pt x="80" y="0"/>
                    <a:pt x="83" y="2"/>
                  </a:cubicBezTo>
                  <a:cubicBezTo>
                    <a:pt x="85" y="4"/>
                    <a:pt x="86" y="8"/>
                    <a:pt x="83" y="11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8"/>
                    <a:pt x="39" y="59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7" name="Freeform 159">
              <a:extLst>
                <a:ext uri="{FF2B5EF4-FFF2-40B4-BE49-F238E27FC236}">
                  <a16:creationId xmlns:a16="http://schemas.microsoft.com/office/drawing/2014/main" id="{01CDF29C-AFD3-4EDE-A871-1ED2A8DBD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3" y="1718"/>
              <a:ext cx="356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3"/>
                    <a:pt x="53" y="0"/>
                    <a:pt x="120" y="0"/>
                  </a:cubicBezTo>
                  <a:cubicBezTo>
                    <a:pt x="187" y="0"/>
                    <a:pt x="240" y="23"/>
                    <a:pt x="240" y="54"/>
                  </a:cubicBezTo>
                  <a:cubicBezTo>
                    <a:pt x="240" y="84"/>
                    <a:pt x="187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6" y="12"/>
                    <a:pt x="12" y="34"/>
                    <a:pt x="12" y="54"/>
                  </a:cubicBezTo>
                  <a:cubicBezTo>
                    <a:pt x="12" y="74"/>
                    <a:pt x="56" y="96"/>
                    <a:pt x="120" y="96"/>
                  </a:cubicBezTo>
                  <a:cubicBezTo>
                    <a:pt x="183" y="96"/>
                    <a:pt x="228" y="74"/>
                    <a:pt x="228" y="54"/>
                  </a:cubicBezTo>
                  <a:cubicBezTo>
                    <a:pt x="228" y="34"/>
                    <a:pt x="18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8" name="Freeform 160">
              <a:extLst>
                <a:ext uri="{FF2B5EF4-FFF2-40B4-BE49-F238E27FC236}">
                  <a16:creationId xmlns:a16="http://schemas.microsoft.com/office/drawing/2014/main" id="{72B902F0-024B-4740-BA8C-3A50A1348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860"/>
              <a:ext cx="187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6"/>
                    <a:pt x="56" y="48"/>
                    <a:pt x="120" y="48"/>
                  </a:cubicBezTo>
                  <a:cubicBezTo>
                    <a:pt x="123" y="48"/>
                    <a:pt x="126" y="50"/>
                    <a:pt x="126" y="54"/>
                  </a:cubicBezTo>
                  <a:cubicBezTo>
                    <a:pt x="126" y="57"/>
                    <a:pt x="123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9" name="Freeform 161">
              <a:extLst>
                <a:ext uri="{FF2B5EF4-FFF2-40B4-BE49-F238E27FC236}">
                  <a16:creationId xmlns:a16="http://schemas.microsoft.com/office/drawing/2014/main" id="{39AE2753-8A4F-42F8-926F-B7D00DFA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940"/>
              <a:ext cx="160" cy="87"/>
            </a:xfrm>
            <a:custGeom>
              <a:avLst/>
              <a:gdLst>
                <a:gd name="T0" fmla="*/ 102 w 108"/>
                <a:gd name="T1" fmla="*/ 59 h 59"/>
                <a:gd name="T2" fmla="*/ 101 w 108"/>
                <a:gd name="T3" fmla="*/ 59 h 59"/>
                <a:gd name="T4" fmla="*/ 0 w 108"/>
                <a:gd name="T5" fmla="*/ 6 h 59"/>
                <a:gd name="T6" fmla="*/ 6 w 108"/>
                <a:gd name="T7" fmla="*/ 0 h 59"/>
                <a:gd name="T8" fmla="*/ 12 w 108"/>
                <a:gd name="T9" fmla="*/ 6 h 59"/>
                <a:gd name="T10" fmla="*/ 102 w 108"/>
                <a:gd name="T11" fmla="*/ 47 h 59"/>
                <a:gd name="T12" fmla="*/ 108 w 108"/>
                <a:gd name="T13" fmla="*/ 53 h 59"/>
                <a:gd name="T14" fmla="*/ 102 w 108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59">
                  <a:moveTo>
                    <a:pt x="102" y="59"/>
                  </a:moveTo>
                  <a:cubicBezTo>
                    <a:pt x="102" y="59"/>
                    <a:pt x="102" y="59"/>
                    <a:pt x="101" y="59"/>
                  </a:cubicBezTo>
                  <a:cubicBezTo>
                    <a:pt x="42" y="55"/>
                    <a:pt x="0" y="33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5"/>
                    <a:pt x="52" y="44"/>
                    <a:pt x="102" y="47"/>
                  </a:cubicBezTo>
                  <a:cubicBezTo>
                    <a:pt x="106" y="47"/>
                    <a:pt x="108" y="50"/>
                    <a:pt x="108" y="53"/>
                  </a:cubicBezTo>
                  <a:cubicBezTo>
                    <a:pt x="108" y="57"/>
                    <a:pt x="105" y="59"/>
                    <a:pt x="10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0" name="Freeform 162">
              <a:extLst>
                <a:ext uri="{FF2B5EF4-FFF2-40B4-BE49-F238E27FC236}">
                  <a16:creationId xmlns:a16="http://schemas.microsoft.com/office/drawing/2014/main" id="{FB549A53-9328-4527-A95A-37314368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789"/>
              <a:ext cx="169" cy="318"/>
            </a:xfrm>
            <a:custGeom>
              <a:avLst/>
              <a:gdLst>
                <a:gd name="T0" fmla="*/ 108 w 114"/>
                <a:gd name="T1" fmla="*/ 215 h 215"/>
                <a:gd name="T2" fmla="*/ 108 w 114"/>
                <a:gd name="T3" fmla="*/ 215 h 215"/>
                <a:gd name="T4" fmla="*/ 0 w 114"/>
                <a:gd name="T5" fmla="*/ 162 h 215"/>
                <a:gd name="T6" fmla="*/ 0 w 114"/>
                <a:gd name="T7" fmla="*/ 6 h 215"/>
                <a:gd name="T8" fmla="*/ 6 w 114"/>
                <a:gd name="T9" fmla="*/ 0 h 215"/>
                <a:gd name="T10" fmla="*/ 12 w 114"/>
                <a:gd name="T11" fmla="*/ 6 h 215"/>
                <a:gd name="T12" fmla="*/ 12 w 114"/>
                <a:gd name="T13" fmla="*/ 162 h 215"/>
                <a:gd name="T14" fmla="*/ 108 w 114"/>
                <a:gd name="T15" fmla="*/ 203 h 215"/>
                <a:gd name="T16" fmla="*/ 114 w 114"/>
                <a:gd name="T17" fmla="*/ 210 h 215"/>
                <a:gd name="T18" fmla="*/ 108 w 114"/>
                <a:gd name="T19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215">
                  <a:moveTo>
                    <a:pt x="108" y="215"/>
                  </a:moveTo>
                  <a:cubicBezTo>
                    <a:pt x="108" y="215"/>
                    <a:pt x="108" y="215"/>
                    <a:pt x="108" y="215"/>
                  </a:cubicBezTo>
                  <a:cubicBezTo>
                    <a:pt x="45" y="213"/>
                    <a:pt x="0" y="190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0"/>
                    <a:pt x="49" y="201"/>
                    <a:pt x="108" y="203"/>
                  </a:cubicBezTo>
                  <a:cubicBezTo>
                    <a:pt x="111" y="204"/>
                    <a:pt x="114" y="206"/>
                    <a:pt x="114" y="210"/>
                  </a:cubicBezTo>
                  <a:cubicBezTo>
                    <a:pt x="114" y="213"/>
                    <a:pt x="111" y="215"/>
                    <a:pt x="108" y="2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1" name="Freeform 163">
              <a:extLst>
                <a:ext uri="{FF2B5EF4-FFF2-40B4-BE49-F238E27FC236}">
                  <a16:creationId xmlns:a16="http://schemas.microsoft.com/office/drawing/2014/main" id="{6273A9DE-1226-4254-B84C-5371D6792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789"/>
              <a:ext cx="18" cy="98"/>
            </a:xfrm>
            <a:custGeom>
              <a:avLst/>
              <a:gdLst>
                <a:gd name="T0" fmla="*/ 6 w 12"/>
                <a:gd name="T1" fmla="*/ 66 h 66"/>
                <a:gd name="T2" fmla="*/ 0 w 12"/>
                <a:gd name="T3" fmla="*/ 60 h 66"/>
                <a:gd name="T4" fmla="*/ 0 w 12"/>
                <a:gd name="T5" fmla="*/ 6 h 66"/>
                <a:gd name="T6" fmla="*/ 6 w 12"/>
                <a:gd name="T7" fmla="*/ 0 h 66"/>
                <a:gd name="T8" fmla="*/ 12 w 12"/>
                <a:gd name="T9" fmla="*/ 6 h 66"/>
                <a:gd name="T10" fmla="*/ 12 w 12"/>
                <a:gd name="T11" fmla="*/ 60 h 66"/>
                <a:gd name="T12" fmla="*/ 6 w 12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6">
                  <a:moveTo>
                    <a:pt x="6" y="66"/>
                  </a:moveTo>
                  <a:cubicBezTo>
                    <a:pt x="3" y="66"/>
                    <a:pt x="0" y="63"/>
                    <a:pt x="0" y="6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3"/>
                    <a:pt x="9" y="66"/>
                    <a:pt x="6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0B25B28B-EE7B-4493-8D2D-F83B3C5A6AA5}"/>
              </a:ext>
            </a:extLst>
          </p:cNvPr>
          <p:cNvCxnSpPr>
            <a:cxnSpLocks/>
          </p:cNvCxnSpPr>
          <p:nvPr/>
        </p:nvCxnSpPr>
        <p:spPr>
          <a:xfrm flipV="1">
            <a:off x="3721724" y="6170500"/>
            <a:ext cx="980448" cy="4839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F4D8407E-5C7D-4E3F-8B0B-030446621B42}"/>
              </a:ext>
            </a:extLst>
          </p:cNvPr>
          <p:cNvSpPr txBox="1"/>
          <p:nvPr/>
        </p:nvSpPr>
        <p:spPr>
          <a:xfrm>
            <a:off x="2754341" y="5284303"/>
            <a:ext cx="1601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Comparison Log results</a:t>
            </a: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1294A5AB-2C0A-448E-A506-DE669C7B6036}"/>
              </a:ext>
            </a:extLst>
          </p:cNvPr>
          <p:cNvCxnSpPr>
            <a:cxnSpLocks/>
          </p:cNvCxnSpPr>
          <p:nvPr/>
        </p:nvCxnSpPr>
        <p:spPr>
          <a:xfrm>
            <a:off x="4230801" y="4201478"/>
            <a:ext cx="4212" cy="137028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C487DF61-851D-4830-8ABD-D98A9D19EF4B}"/>
              </a:ext>
            </a:extLst>
          </p:cNvPr>
          <p:cNvSpPr txBox="1"/>
          <p:nvPr/>
        </p:nvSpPr>
        <p:spPr>
          <a:xfrm>
            <a:off x="1398450" y="3487855"/>
            <a:ext cx="16406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Send Response from Master - </a:t>
            </a:r>
            <a:r>
              <a:rPr lang="en-US" sz="1100" i="1">
                <a:solidFill>
                  <a:srgbClr val="7030A0"/>
                </a:solidFill>
                <a:latin typeface="Santander Text"/>
              </a:rPr>
              <a:t>OK/KO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8A6BF0D8-2D19-414B-993E-767411DE1DC4}"/>
              </a:ext>
            </a:extLst>
          </p:cNvPr>
          <p:cNvCxnSpPr>
            <a:cxnSpLocks/>
            <a:endCxn id="217" idx="10"/>
          </p:cNvCxnSpPr>
          <p:nvPr/>
        </p:nvCxnSpPr>
        <p:spPr>
          <a:xfrm flipH="1">
            <a:off x="1275096" y="3697391"/>
            <a:ext cx="2530744" cy="887094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Group 311">
            <a:extLst>
              <a:ext uri="{FF2B5EF4-FFF2-40B4-BE49-F238E27FC236}">
                <a16:creationId xmlns:a16="http://schemas.microsoft.com/office/drawing/2014/main" id="{7E92E45F-7DF2-427B-9D47-658830D511DD}"/>
              </a:ext>
            </a:extLst>
          </p:cNvPr>
          <p:cNvGrpSpPr/>
          <p:nvPr/>
        </p:nvGrpSpPr>
        <p:grpSpPr>
          <a:xfrm>
            <a:off x="3033924" y="5503595"/>
            <a:ext cx="248400" cy="248400"/>
            <a:chOff x="8425963" y="4549340"/>
            <a:chExt cx="496800" cy="496800"/>
          </a:xfrm>
        </p:grpSpPr>
        <p:sp>
          <p:nvSpPr>
            <p:cNvPr id="281" name="Flowchart: Connector 312">
              <a:extLst>
                <a:ext uri="{FF2B5EF4-FFF2-40B4-BE49-F238E27FC236}">
                  <a16:creationId xmlns:a16="http://schemas.microsoft.com/office/drawing/2014/main" id="{0270893B-69FB-4861-A478-553A7E389624}"/>
                </a:ext>
              </a:extLst>
            </p:cNvPr>
            <p:cNvSpPr/>
            <p:nvPr/>
          </p:nvSpPr>
          <p:spPr>
            <a:xfrm>
              <a:off x="8425963" y="4549340"/>
              <a:ext cx="496800" cy="496800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2" name="Picture 4">
              <a:extLst>
                <a:ext uri="{FF2B5EF4-FFF2-40B4-BE49-F238E27FC236}">
                  <a16:creationId xmlns:a16="http://schemas.microsoft.com/office/drawing/2014/main" id="{AA0ACFCE-D4B2-440F-AD0E-86C63DFB21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9634" y="4647446"/>
              <a:ext cx="320824" cy="3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287BB1C8-5095-498E-977D-0D6DCFFB688F}"/>
              </a:ext>
            </a:extLst>
          </p:cNvPr>
          <p:cNvSpPr/>
          <p:nvPr/>
        </p:nvSpPr>
        <p:spPr>
          <a:xfrm>
            <a:off x="3835021" y="3068564"/>
            <a:ext cx="913514" cy="1052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Launcher</a:t>
            </a:r>
          </a:p>
        </p:txBody>
      </p:sp>
      <p:grpSp>
        <p:nvGrpSpPr>
          <p:cNvPr id="284" name="Group 296">
            <a:extLst>
              <a:ext uri="{FF2B5EF4-FFF2-40B4-BE49-F238E27FC236}">
                <a16:creationId xmlns:a16="http://schemas.microsoft.com/office/drawing/2014/main" id="{7918B471-86F6-4412-BD16-3170E691812D}"/>
              </a:ext>
            </a:extLst>
          </p:cNvPr>
          <p:cNvGrpSpPr/>
          <p:nvPr/>
        </p:nvGrpSpPr>
        <p:grpSpPr>
          <a:xfrm>
            <a:off x="4121643" y="3728390"/>
            <a:ext cx="248457" cy="248457"/>
            <a:chOff x="3017663" y="2363091"/>
            <a:chExt cx="496914" cy="496914"/>
          </a:xfrm>
        </p:grpSpPr>
        <p:sp>
          <p:nvSpPr>
            <p:cNvPr id="285" name="Flowchart: Connector 303">
              <a:extLst>
                <a:ext uri="{FF2B5EF4-FFF2-40B4-BE49-F238E27FC236}">
                  <a16:creationId xmlns:a16="http://schemas.microsoft.com/office/drawing/2014/main" id="{F563DD33-FB39-4C78-80F7-B594E3D92C0F}"/>
                </a:ext>
              </a:extLst>
            </p:cNvPr>
            <p:cNvSpPr/>
            <p:nvPr/>
          </p:nvSpPr>
          <p:spPr>
            <a:xfrm>
              <a:off x="3017663" y="2363091"/>
              <a:ext cx="496914" cy="496914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86" name="Group 109">
              <a:extLst>
                <a:ext uri="{FF2B5EF4-FFF2-40B4-BE49-F238E27FC236}">
                  <a16:creationId xmlns:a16="http://schemas.microsoft.com/office/drawing/2014/main" id="{C2BD2B74-09E2-4656-8C9A-33A3EAACBD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07786" y="2449924"/>
              <a:ext cx="316668" cy="315892"/>
              <a:chOff x="2412" y="1730"/>
              <a:chExt cx="408" cy="407"/>
            </a:xfrm>
            <a:solidFill>
              <a:schemeClr val="tx1"/>
            </a:solidFill>
          </p:grpSpPr>
          <p:sp>
            <p:nvSpPr>
              <p:cNvPr id="287" name="Freeform 110">
                <a:extLst>
                  <a:ext uri="{FF2B5EF4-FFF2-40B4-BE49-F238E27FC236}">
                    <a16:creationId xmlns:a16="http://schemas.microsoft.com/office/drawing/2014/main" id="{43282FB2-F835-400F-B92C-7EF7B78056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1" y="1730"/>
                <a:ext cx="319" cy="320"/>
              </a:xfrm>
              <a:custGeom>
                <a:avLst/>
                <a:gdLst>
                  <a:gd name="T0" fmla="*/ 49 w 216"/>
                  <a:gd name="T1" fmla="*/ 216 h 216"/>
                  <a:gd name="T2" fmla="*/ 49 w 216"/>
                  <a:gd name="T3" fmla="*/ 216 h 216"/>
                  <a:gd name="T4" fmla="*/ 44 w 216"/>
                  <a:gd name="T5" fmla="*/ 214 h 216"/>
                  <a:gd name="T6" fmla="*/ 2 w 216"/>
                  <a:gd name="T7" fmla="*/ 172 h 216"/>
                  <a:gd name="T8" fmla="*/ 2 w 216"/>
                  <a:gd name="T9" fmla="*/ 163 h 216"/>
                  <a:gd name="T10" fmla="*/ 142 w 216"/>
                  <a:gd name="T11" fmla="*/ 23 h 216"/>
                  <a:gd name="T12" fmla="*/ 209 w 216"/>
                  <a:gd name="T13" fmla="*/ 0 h 216"/>
                  <a:gd name="T14" fmla="*/ 214 w 216"/>
                  <a:gd name="T15" fmla="*/ 2 h 216"/>
                  <a:gd name="T16" fmla="*/ 216 w 216"/>
                  <a:gd name="T17" fmla="*/ 7 h 216"/>
                  <a:gd name="T18" fmla="*/ 193 w 216"/>
                  <a:gd name="T19" fmla="*/ 74 h 216"/>
                  <a:gd name="T20" fmla="*/ 53 w 216"/>
                  <a:gd name="T21" fmla="*/ 214 h 216"/>
                  <a:gd name="T22" fmla="*/ 49 w 216"/>
                  <a:gd name="T23" fmla="*/ 216 h 216"/>
                  <a:gd name="T24" fmla="*/ 15 w 216"/>
                  <a:gd name="T25" fmla="*/ 168 h 216"/>
                  <a:gd name="T26" fmla="*/ 49 w 216"/>
                  <a:gd name="T27" fmla="*/ 201 h 216"/>
                  <a:gd name="T28" fmla="*/ 184 w 216"/>
                  <a:gd name="T29" fmla="*/ 66 h 216"/>
                  <a:gd name="T30" fmla="*/ 202 w 216"/>
                  <a:gd name="T31" fmla="*/ 14 h 216"/>
                  <a:gd name="T32" fmla="*/ 151 w 216"/>
                  <a:gd name="T33" fmla="*/ 32 h 216"/>
                  <a:gd name="T34" fmla="*/ 15 w 216"/>
                  <a:gd name="T35" fmla="*/ 16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6" h="216">
                    <a:moveTo>
                      <a:pt x="49" y="216"/>
                    </a:moveTo>
                    <a:cubicBezTo>
                      <a:pt x="49" y="216"/>
                      <a:pt x="49" y="216"/>
                      <a:pt x="49" y="216"/>
                    </a:cubicBezTo>
                    <a:cubicBezTo>
                      <a:pt x="47" y="216"/>
                      <a:pt x="46" y="215"/>
                      <a:pt x="44" y="214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0" y="170"/>
                      <a:pt x="0" y="166"/>
                      <a:pt x="2" y="163"/>
                    </a:cubicBezTo>
                    <a:cubicBezTo>
                      <a:pt x="2" y="163"/>
                      <a:pt x="134" y="32"/>
                      <a:pt x="142" y="23"/>
                    </a:cubicBezTo>
                    <a:cubicBezTo>
                      <a:pt x="156" y="10"/>
                      <a:pt x="204" y="1"/>
                      <a:pt x="209" y="0"/>
                    </a:cubicBezTo>
                    <a:cubicBezTo>
                      <a:pt x="211" y="0"/>
                      <a:pt x="213" y="1"/>
                      <a:pt x="214" y="2"/>
                    </a:cubicBezTo>
                    <a:cubicBezTo>
                      <a:pt x="216" y="3"/>
                      <a:pt x="216" y="5"/>
                      <a:pt x="216" y="7"/>
                    </a:cubicBezTo>
                    <a:cubicBezTo>
                      <a:pt x="215" y="13"/>
                      <a:pt x="207" y="61"/>
                      <a:pt x="193" y="74"/>
                    </a:cubicBezTo>
                    <a:cubicBezTo>
                      <a:pt x="53" y="214"/>
                      <a:pt x="53" y="214"/>
                      <a:pt x="53" y="214"/>
                    </a:cubicBezTo>
                    <a:cubicBezTo>
                      <a:pt x="52" y="215"/>
                      <a:pt x="50" y="216"/>
                      <a:pt x="49" y="216"/>
                    </a:cubicBezTo>
                    <a:close/>
                    <a:moveTo>
                      <a:pt x="15" y="168"/>
                    </a:moveTo>
                    <a:cubicBezTo>
                      <a:pt x="49" y="201"/>
                      <a:pt x="49" y="201"/>
                      <a:pt x="49" y="201"/>
                    </a:cubicBezTo>
                    <a:cubicBezTo>
                      <a:pt x="184" y="66"/>
                      <a:pt x="184" y="66"/>
                      <a:pt x="184" y="66"/>
                    </a:cubicBezTo>
                    <a:cubicBezTo>
                      <a:pt x="192" y="59"/>
                      <a:pt x="199" y="33"/>
                      <a:pt x="202" y="14"/>
                    </a:cubicBezTo>
                    <a:cubicBezTo>
                      <a:pt x="183" y="18"/>
                      <a:pt x="158" y="25"/>
                      <a:pt x="151" y="32"/>
                    </a:cubicBezTo>
                    <a:cubicBezTo>
                      <a:pt x="143" y="39"/>
                      <a:pt x="38" y="145"/>
                      <a:pt x="15" y="1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8" name="Freeform 111">
                <a:extLst>
                  <a:ext uri="{FF2B5EF4-FFF2-40B4-BE49-F238E27FC236}">
                    <a16:creationId xmlns:a16="http://schemas.microsoft.com/office/drawing/2014/main" id="{3E9BC67C-F3ED-4D36-8AB9-4BC487CF1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6" y="1943"/>
                <a:ext cx="81" cy="82"/>
              </a:xfrm>
              <a:custGeom>
                <a:avLst/>
                <a:gdLst>
                  <a:gd name="T0" fmla="*/ 49 w 55"/>
                  <a:gd name="T1" fmla="*/ 55 h 55"/>
                  <a:gd name="T2" fmla="*/ 44 w 55"/>
                  <a:gd name="T3" fmla="*/ 53 h 55"/>
                  <a:gd name="T4" fmla="*/ 2 w 55"/>
                  <a:gd name="T5" fmla="*/ 11 h 55"/>
                  <a:gd name="T6" fmla="*/ 2 w 55"/>
                  <a:gd name="T7" fmla="*/ 2 h 55"/>
                  <a:gd name="T8" fmla="*/ 11 w 55"/>
                  <a:gd name="T9" fmla="*/ 2 h 55"/>
                  <a:gd name="T10" fmla="*/ 53 w 55"/>
                  <a:gd name="T11" fmla="*/ 45 h 55"/>
                  <a:gd name="T12" fmla="*/ 53 w 55"/>
                  <a:gd name="T13" fmla="*/ 53 h 55"/>
                  <a:gd name="T14" fmla="*/ 49 w 55"/>
                  <a:gd name="T15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55">
                    <a:moveTo>
                      <a:pt x="49" y="55"/>
                    </a:moveTo>
                    <a:cubicBezTo>
                      <a:pt x="47" y="55"/>
                      <a:pt x="46" y="54"/>
                      <a:pt x="44" y="53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5" y="47"/>
                      <a:pt x="55" y="51"/>
                      <a:pt x="53" y="53"/>
                    </a:cubicBezTo>
                    <a:cubicBezTo>
                      <a:pt x="52" y="54"/>
                      <a:pt x="50" y="55"/>
                      <a:pt x="49" y="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9" name="Freeform 112">
                <a:extLst>
                  <a:ext uri="{FF2B5EF4-FFF2-40B4-BE49-F238E27FC236}">
                    <a16:creationId xmlns:a16="http://schemas.microsoft.com/office/drawing/2014/main" id="{319A67FE-B473-4ECC-99E2-B64582AE1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1937"/>
                <a:ext cx="112" cy="200"/>
              </a:xfrm>
              <a:custGeom>
                <a:avLst/>
                <a:gdLst>
                  <a:gd name="T0" fmla="*/ 7 w 76"/>
                  <a:gd name="T1" fmla="*/ 135 h 135"/>
                  <a:gd name="T2" fmla="*/ 4 w 76"/>
                  <a:gd name="T3" fmla="*/ 135 h 135"/>
                  <a:gd name="T4" fmla="*/ 1 w 76"/>
                  <a:gd name="T5" fmla="*/ 129 h 135"/>
                  <a:gd name="T6" fmla="*/ 9 w 76"/>
                  <a:gd name="T7" fmla="*/ 61 h 135"/>
                  <a:gd name="T8" fmla="*/ 15 w 76"/>
                  <a:gd name="T9" fmla="*/ 56 h 135"/>
                  <a:gd name="T10" fmla="*/ 21 w 76"/>
                  <a:gd name="T11" fmla="*/ 63 h 135"/>
                  <a:gd name="T12" fmla="*/ 15 w 76"/>
                  <a:gd name="T13" fmla="*/ 113 h 135"/>
                  <a:gd name="T14" fmla="*/ 45 w 76"/>
                  <a:gd name="T15" fmla="*/ 83 h 135"/>
                  <a:gd name="T16" fmla="*/ 60 w 76"/>
                  <a:gd name="T17" fmla="*/ 60 h 135"/>
                  <a:gd name="T18" fmla="*/ 64 w 76"/>
                  <a:gd name="T19" fmla="*/ 6 h 135"/>
                  <a:gd name="T20" fmla="*/ 70 w 76"/>
                  <a:gd name="T21" fmla="*/ 0 h 135"/>
                  <a:gd name="T22" fmla="*/ 76 w 76"/>
                  <a:gd name="T23" fmla="*/ 6 h 135"/>
                  <a:gd name="T24" fmla="*/ 72 w 76"/>
                  <a:gd name="T25" fmla="*/ 63 h 135"/>
                  <a:gd name="T26" fmla="*/ 53 w 76"/>
                  <a:gd name="T27" fmla="*/ 91 h 135"/>
                  <a:gd name="T28" fmla="*/ 11 w 76"/>
                  <a:gd name="T29" fmla="*/ 134 h 135"/>
                  <a:gd name="T30" fmla="*/ 7 w 76"/>
                  <a:gd name="T31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135">
                    <a:moveTo>
                      <a:pt x="7" y="135"/>
                    </a:moveTo>
                    <a:cubicBezTo>
                      <a:pt x="6" y="135"/>
                      <a:pt x="5" y="135"/>
                      <a:pt x="4" y="135"/>
                    </a:cubicBezTo>
                    <a:cubicBezTo>
                      <a:pt x="2" y="134"/>
                      <a:pt x="0" y="131"/>
                      <a:pt x="1" y="129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9" y="58"/>
                      <a:pt x="12" y="56"/>
                      <a:pt x="15" y="56"/>
                    </a:cubicBezTo>
                    <a:cubicBezTo>
                      <a:pt x="19" y="57"/>
                      <a:pt x="21" y="60"/>
                      <a:pt x="21" y="63"/>
                    </a:cubicBezTo>
                    <a:cubicBezTo>
                      <a:pt x="15" y="113"/>
                      <a:pt x="15" y="113"/>
                      <a:pt x="15" y="11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0" y="77"/>
                      <a:pt x="58" y="66"/>
                      <a:pt x="60" y="60"/>
                    </a:cubicBezTo>
                    <a:cubicBezTo>
                      <a:pt x="62" y="55"/>
                      <a:pt x="64" y="42"/>
                      <a:pt x="64" y="6"/>
                    </a:cubicBezTo>
                    <a:cubicBezTo>
                      <a:pt x="64" y="3"/>
                      <a:pt x="67" y="0"/>
                      <a:pt x="70" y="0"/>
                    </a:cubicBezTo>
                    <a:cubicBezTo>
                      <a:pt x="74" y="0"/>
                      <a:pt x="76" y="3"/>
                      <a:pt x="76" y="6"/>
                    </a:cubicBezTo>
                    <a:cubicBezTo>
                      <a:pt x="76" y="35"/>
                      <a:pt x="75" y="54"/>
                      <a:pt x="72" y="63"/>
                    </a:cubicBezTo>
                    <a:cubicBezTo>
                      <a:pt x="69" y="73"/>
                      <a:pt x="59" y="86"/>
                      <a:pt x="53" y="91"/>
                    </a:cubicBezTo>
                    <a:cubicBezTo>
                      <a:pt x="11" y="134"/>
                      <a:pt x="11" y="134"/>
                      <a:pt x="11" y="134"/>
                    </a:cubicBezTo>
                    <a:cubicBezTo>
                      <a:pt x="10" y="135"/>
                      <a:pt x="8" y="135"/>
                      <a:pt x="7" y="13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0" name="Freeform 113">
                <a:extLst>
                  <a:ext uri="{FF2B5EF4-FFF2-40B4-BE49-F238E27FC236}">
                    <a16:creationId xmlns:a16="http://schemas.microsoft.com/office/drawing/2014/main" id="{D650786F-654D-45BE-AD72-4DB7590DC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1875"/>
                <a:ext cx="201" cy="113"/>
              </a:xfrm>
              <a:custGeom>
                <a:avLst/>
                <a:gdLst>
                  <a:gd name="T0" fmla="*/ 7 w 136"/>
                  <a:gd name="T1" fmla="*/ 76 h 76"/>
                  <a:gd name="T2" fmla="*/ 2 w 136"/>
                  <a:gd name="T3" fmla="*/ 72 h 76"/>
                  <a:gd name="T4" fmla="*/ 3 w 136"/>
                  <a:gd name="T5" fmla="*/ 65 h 76"/>
                  <a:gd name="T6" fmla="*/ 45 w 136"/>
                  <a:gd name="T7" fmla="*/ 23 h 76"/>
                  <a:gd name="T8" fmla="*/ 73 w 136"/>
                  <a:gd name="T9" fmla="*/ 4 h 76"/>
                  <a:gd name="T10" fmla="*/ 128 w 136"/>
                  <a:gd name="T11" fmla="*/ 0 h 76"/>
                  <a:gd name="T12" fmla="*/ 130 w 136"/>
                  <a:gd name="T13" fmla="*/ 0 h 76"/>
                  <a:gd name="T14" fmla="*/ 136 w 136"/>
                  <a:gd name="T15" fmla="*/ 6 h 76"/>
                  <a:gd name="T16" fmla="*/ 130 w 136"/>
                  <a:gd name="T17" fmla="*/ 12 h 76"/>
                  <a:gd name="T18" fmla="*/ 128 w 136"/>
                  <a:gd name="T19" fmla="*/ 12 h 76"/>
                  <a:gd name="T20" fmla="*/ 76 w 136"/>
                  <a:gd name="T21" fmla="*/ 15 h 76"/>
                  <a:gd name="T22" fmla="*/ 54 w 136"/>
                  <a:gd name="T23" fmla="*/ 31 h 76"/>
                  <a:gd name="T24" fmla="*/ 23 w 136"/>
                  <a:gd name="T25" fmla="*/ 61 h 76"/>
                  <a:gd name="T26" fmla="*/ 74 w 136"/>
                  <a:gd name="T27" fmla="*/ 55 h 76"/>
                  <a:gd name="T28" fmla="*/ 81 w 136"/>
                  <a:gd name="T29" fmla="*/ 61 h 76"/>
                  <a:gd name="T30" fmla="*/ 75 w 136"/>
                  <a:gd name="T31" fmla="*/ 67 h 76"/>
                  <a:gd name="T32" fmla="*/ 8 w 136"/>
                  <a:gd name="T33" fmla="*/ 76 h 76"/>
                  <a:gd name="T34" fmla="*/ 7 w 136"/>
                  <a:gd name="T35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6" h="76">
                    <a:moveTo>
                      <a:pt x="7" y="76"/>
                    </a:moveTo>
                    <a:cubicBezTo>
                      <a:pt x="5" y="76"/>
                      <a:pt x="3" y="74"/>
                      <a:pt x="2" y="72"/>
                    </a:cubicBezTo>
                    <a:cubicBezTo>
                      <a:pt x="0" y="70"/>
                      <a:pt x="1" y="67"/>
                      <a:pt x="3" y="65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51" y="17"/>
                      <a:pt x="63" y="7"/>
                      <a:pt x="73" y="4"/>
                    </a:cubicBezTo>
                    <a:cubicBezTo>
                      <a:pt x="84" y="0"/>
                      <a:pt x="110" y="0"/>
                      <a:pt x="128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33" y="0"/>
                      <a:pt x="136" y="3"/>
                      <a:pt x="136" y="6"/>
                    </a:cubicBezTo>
                    <a:cubicBezTo>
                      <a:pt x="136" y="9"/>
                      <a:pt x="133" y="12"/>
                      <a:pt x="130" y="1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01" y="12"/>
                      <a:pt x="84" y="13"/>
                      <a:pt x="76" y="15"/>
                    </a:cubicBezTo>
                    <a:cubicBezTo>
                      <a:pt x="70" y="18"/>
                      <a:pt x="60" y="25"/>
                      <a:pt x="54" y="3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74" y="55"/>
                      <a:pt x="74" y="55"/>
                      <a:pt x="74" y="55"/>
                    </a:cubicBezTo>
                    <a:cubicBezTo>
                      <a:pt x="77" y="55"/>
                      <a:pt x="80" y="57"/>
                      <a:pt x="81" y="61"/>
                    </a:cubicBezTo>
                    <a:cubicBezTo>
                      <a:pt x="81" y="64"/>
                      <a:pt x="79" y="67"/>
                      <a:pt x="75" y="6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7" y="76"/>
                      <a:pt x="7" y="76"/>
                      <a:pt x="7" y="7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1" name="Freeform 114">
                <a:extLst>
                  <a:ext uri="{FF2B5EF4-FFF2-40B4-BE49-F238E27FC236}">
                    <a16:creationId xmlns:a16="http://schemas.microsoft.com/office/drawing/2014/main" id="{638FF107-374C-40C1-9BB0-995154516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0" y="1995"/>
                <a:ext cx="131" cy="136"/>
              </a:xfrm>
              <a:custGeom>
                <a:avLst/>
                <a:gdLst>
                  <a:gd name="T0" fmla="*/ 6 w 89"/>
                  <a:gd name="T1" fmla="*/ 92 h 92"/>
                  <a:gd name="T2" fmla="*/ 2 w 89"/>
                  <a:gd name="T3" fmla="*/ 91 h 92"/>
                  <a:gd name="T4" fmla="*/ 0 w 89"/>
                  <a:gd name="T5" fmla="*/ 85 h 92"/>
                  <a:gd name="T6" fmla="*/ 27 w 89"/>
                  <a:gd name="T7" fmla="*/ 14 h 92"/>
                  <a:gd name="T8" fmla="*/ 66 w 89"/>
                  <a:gd name="T9" fmla="*/ 10 h 92"/>
                  <a:gd name="T10" fmla="*/ 66 w 89"/>
                  <a:gd name="T11" fmla="*/ 18 h 92"/>
                  <a:gd name="T12" fmla="*/ 57 w 89"/>
                  <a:gd name="T13" fmla="*/ 18 h 92"/>
                  <a:gd name="T14" fmla="*/ 36 w 89"/>
                  <a:gd name="T15" fmla="*/ 22 h 92"/>
                  <a:gd name="T16" fmla="*/ 15 w 89"/>
                  <a:gd name="T17" fmla="*/ 78 h 92"/>
                  <a:gd name="T18" fmla="*/ 70 w 89"/>
                  <a:gd name="T19" fmla="*/ 56 h 92"/>
                  <a:gd name="T20" fmla="*/ 77 w 89"/>
                  <a:gd name="T21" fmla="*/ 42 h 92"/>
                  <a:gd name="T22" fmla="*/ 74 w 89"/>
                  <a:gd name="T23" fmla="*/ 35 h 92"/>
                  <a:gd name="T24" fmla="*/ 74 w 89"/>
                  <a:gd name="T25" fmla="*/ 27 h 92"/>
                  <a:gd name="T26" fmla="*/ 83 w 89"/>
                  <a:gd name="T27" fmla="*/ 27 h 92"/>
                  <a:gd name="T28" fmla="*/ 89 w 89"/>
                  <a:gd name="T29" fmla="*/ 42 h 92"/>
                  <a:gd name="T30" fmla="*/ 78 w 89"/>
                  <a:gd name="T31" fmla="*/ 65 h 92"/>
                  <a:gd name="T32" fmla="*/ 8 w 89"/>
                  <a:gd name="T33" fmla="*/ 92 h 92"/>
                  <a:gd name="T34" fmla="*/ 6 w 89"/>
                  <a:gd name="T35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9" h="92">
                    <a:moveTo>
                      <a:pt x="6" y="92"/>
                    </a:moveTo>
                    <a:cubicBezTo>
                      <a:pt x="5" y="92"/>
                      <a:pt x="3" y="92"/>
                      <a:pt x="2" y="91"/>
                    </a:cubicBezTo>
                    <a:cubicBezTo>
                      <a:pt x="0" y="89"/>
                      <a:pt x="0" y="87"/>
                      <a:pt x="0" y="85"/>
                    </a:cubicBezTo>
                    <a:cubicBezTo>
                      <a:pt x="2" y="79"/>
                      <a:pt x="15" y="27"/>
                      <a:pt x="27" y="14"/>
                    </a:cubicBezTo>
                    <a:cubicBezTo>
                      <a:pt x="40" y="1"/>
                      <a:pt x="55" y="0"/>
                      <a:pt x="66" y="10"/>
                    </a:cubicBezTo>
                    <a:cubicBezTo>
                      <a:pt x="68" y="12"/>
                      <a:pt x="68" y="16"/>
                      <a:pt x="66" y="18"/>
                    </a:cubicBezTo>
                    <a:cubicBezTo>
                      <a:pt x="63" y="21"/>
                      <a:pt x="59" y="21"/>
                      <a:pt x="57" y="18"/>
                    </a:cubicBezTo>
                    <a:cubicBezTo>
                      <a:pt x="49" y="10"/>
                      <a:pt x="38" y="20"/>
                      <a:pt x="36" y="22"/>
                    </a:cubicBezTo>
                    <a:cubicBezTo>
                      <a:pt x="29" y="29"/>
                      <a:pt x="20" y="57"/>
                      <a:pt x="15" y="78"/>
                    </a:cubicBezTo>
                    <a:cubicBezTo>
                      <a:pt x="36" y="72"/>
                      <a:pt x="63" y="63"/>
                      <a:pt x="70" y="56"/>
                    </a:cubicBezTo>
                    <a:cubicBezTo>
                      <a:pt x="74" y="52"/>
                      <a:pt x="77" y="47"/>
                      <a:pt x="77" y="42"/>
                    </a:cubicBezTo>
                    <a:cubicBezTo>
                      <a:pt x="77" y="40"/>
                      <a:pt x="76" y="37"/>
                      <a:pt x="74" y="35"/>
                    </a:cubicBezTo>
                    <a:cubicBezTo>
                      <a:pt x="72" y="33"/>
                      <a:pt x="72" y="29"/>
                      <a:pt x="74" y="27"/>
                    </a:cubicBezTo>
                    <a:cubicBezTo>
                      <a:pt x="76" y="24"/>
                      <a:pt x="80" y="24"/>
                      <a:pt x="83" y="27"/>
                    </a:cubicBezTo>
                    <a:cubicBezTo>
                      <a:pt x="87" y="31"/>
                      <a:pt x="89" y="36"/>
                      <a:pt x="89" y="42"/>
                    </a:cubicBezTo>
                    <a:cubicBezTo>
                      <a:pt x="89" y="50"/>
                      <a:pt x="85" y="58"/>
                      <a:pt x="78" y="65"/>
                    </a:cubicBezTo>
                    <a:cubicBezTo>
                      <a:pt x="66" y="77"/>
                      <a:pt x="14" y="91"/>
                      <a:pt x="8" y="92"/>
                    </a:cubicBezTo>
                    <a:cubicBezTo>
                      <a:pt x="7" y="92"/>
                      <a:pt x="7" y="92"/>
                      <a:pt x="6" y="9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  <p:sp>
        <p:nvSpPr>
          <p:cNvPr id="307" name="TextBox 306">
            <a:extLst>
              <a:ext uri="{FF2B5EF4-FFF2-40B4-BE49-F238E27FC236}">
                <a16:creationId xmlns:a16="http://schemas.microsoft.com/office/drawing/2014/main" id="{6F5D3574-5BDB-41E8-A8B0-81B2C55DBE78}"/>
              </a:ext>
            </a:extLst>
          </p:cNvPr>
          <p:cNvSpPr txBox="1"/>
          <p:nvPr/>
        </p:nvSpPr>
        <p:spPr>
          <a:xfrm>
            <a:off x="7270789" y="2829571"/>
            <a:ext cx="14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DWP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653290-329B-4CE0-9C8C-DEF0E6B84B78}"/>
              </a:ext>
            </a:extLst>
          </p:cNvPr>
          <p:cNvSpPr txBox="1"/>
          <p:nvPr/>
        </p:nvSpPr>
        <p:spPr>
          <a:xfrm>
            <a:off x="319964" y="3893701"/>
            <a:ext cx="1283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Gravity</a:t>
            </a:r>
          </a:p>
        </p:txBody>
      </p:sp>
      <p:cxnSp>
        <p:nvCxnSpPr>
          <p:cNvPr id="137" name="Straight Arrow Connector 194">
            <a:extLst>
              <a:ext uri="{FF2B5EF4-FFF2-40B4-BE49-F238E27FC236}">
                <a16:creationId xmlns:a16="http://schemas.microsoft.com/office/drawing/2014/main" id="{828FDBE3-C7FA-4F0A-9774-12986ED5CAFF}"/>
              </a:ext>
            </a:extLst>
          </p:cNvPr>
          <p:cNvCxnSpPr>
            <a:cxnSpLocks/>
          </p:cNvCxnSpPr>
          <p:nvPr/>
        </p:nvCxnSpPr>
        <p:spPr>
          <a:xfrm flipV="1">
            <a:off x="4790437" y="3693694"/>
            <a:ext cx="2843816" cy="181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93">
            <a:extLst>
              <a:ext uri="{FF2B5EF4-FFF2-40B4-BE49-F238E27FC236}">
                <a16:creationId xmlns:a16="http://schemas.microsoft.com/office/drawing/2014/main" id="{C751766F-D674-4AB3-8528-85D9F10071FF}"/>
              </a:ext>
            </a:extLst>
          </p:cNvPr>
          <p:cNvCxnSpPr>
            <a:cxnSpLocks/>
          </p:cNvCxnSpPr>
          <p:nvPr/>
        </p:nvCxnSpPr>
        <p:spPr>
          <a:xfrm>
            <a:off x="1303178" y="2940630"/>
            <a:ext cx="2442905" cy="63277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93">
            <a:extLst>
              <a:ext uri="{FF2B5EF4-FFF2-40B4-BE49-F238E27FC236}">
                <a16:creationId xmlns:a16="http://schemas.microsoft.com/office/drawing/2014/main" id="{B8C0A66B-8A9C-48CC-9539-7CC9B15C14AA}"/>
              </a:ext>
            </a:extLst>
          </p:cNvPr>
          <p:cNvCxnSpPr>
            <a:cxnSpLocks/>
          </p:cNvCxnSpPr>
          <p:nvPr/>
        </p:nvCxnSpPr>
        <p:spPr>
          <a:xfrm flipV="1">
            <a:off x="1358550" y="3845615"/>
            <a:ext cx="2457435" cy="88002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86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147573E6-F2ED-47C8-B0AA-1859B08166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1EA837EE-62B0-4617-9766-5A57E3D98DA6}"/>
              </a:ext>
            </a:extLst>
          </p:cNvPr>
          <p:cNvGrpSpPr/>
          <p:nvPr/>
        </p:nvGrpSpPr>
        <p:grpSpPr>
          <a:xfrm>
            <a:off x="2468957" y="1825508"/>
            <a:ext cx="2103398" cy="2008488"/>
            <a:chOff x="10697325" y="1874640"/>
            <a:chExt cx="2103398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5050B809-41FB-4056-BA9B-D8D029451956}"/>
                </a:ext>
              </a:extLst>
            </p:cNvPr>
            <p:cNvGrpSpPr/>
            <p:nvPr/>
          </p:nvGrpSpPr>
          <p:grpSpPr>
            <a:xfrm>
              <a:off x="10697325" y="2025373"/>
              <a:ext cx="1202444" cy="1245405"/>
              <a:chOff x="9748202" y="2465422"/>
              <a:chExt cx="1202444" cy="1245405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5BA1367B-9DCF-488C-899A-FC7ABB6F5F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48202" y="2509411"/>
                <a:ext cx="1202444" cy="1201416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7BB44BE0-6431-4544-B0F0-F0A9AC6E20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5775" y="2465422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761FE0BD-2F75-4E24-943E-B050068C0F25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  <a:latin typeface="Segoe UI"/>
                  <a:cs typeface="Segoe UI"/>
                </a:rPr>
                <a:t>MQGRSCGI1</a:t>
              </a:r>
              <a:endParaRPr lang="en-US" sz="800">
                <a:solidFill>
                  <a:schemeClr val="tx1"/>
                </a:solidFill>
                <a:latin typeface="Segoe UI"/>
                <a:cs typeface="Segoe UI"/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  <a:latin typeface="Segoe UI"/>
                  <a:cs typeface="Segoe UI"/>
                </a:rPr>
                <a:t>1414</a:t>
              </a:r>
              <a:endParaRPr lang="en-US" sz="800">
                <a:solidFill>
                  <a:schemeClr val="tx1"/>
                </a:solidFill>
                <a:latin typeface="Segoe UI"/>
                <a:cs typeface="Segoe UI"/>
              </a:endParaRPr>
            </a:p>
            <a:p>
              <a:pPr algn="ctr"/>
              <a:endParaRPr lang="es-ES" sz="800">
                <a:solidFill>
                  <a:schemeClr val="tx1"/>
                </a:solidFill>
                <a:latin typeface="Segoe UI"/>
                <a:cs typeface="Segoe UI"/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  <a:latin typeface="Segoe UI"/>
                  <a:cs typeface="Segoe UI"/>
                </a:rPr>
                <a:t>MQGRSCGI2</a:t>
              </a:r>
              <a:endParaRPr lang="en-US" sz="800">
                <a:solidFill>
                  <a:schemeClr val="tx1"/>
                </a:solidFill>
                <a:latin typeface="Segoe UI"/>
                <a:cs typeface="Segoe UI"/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  <a:latin typeface="Segoe UI"/>
                  <a:cs typeface="Segoe UI"/>
                </a:rPr>
                <a:t>1415</a:t>
              </a:r>
              <a:endParaRPr lang="es-ES"/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772BB9A5-6401-4E71-9D33-08E89EE187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CBB4C9F2-D684-4A44-B6C9-73B0750E4546}"/>
              </a:ext>
            </a:extLst>
          </p:cNvPr>
          <p:cNvGrpSpPr/>
          <p:nvPr/>
        </p:nvGrpSpPr>
        <p:grpSpPr>
          <a:xfrm>
            <a:off x="1897181" y="4402488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8A851B0C-689A-4447-A513-A1CED3BA3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AC83132B-1D83-452A-9160-EEA6910C433C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AB87D859-5F9F-4682-AF3E-A144AFC2E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CB94CAA3-19C9-4993-BD11-74D922AF7BED}"/>
                </a:ext>
              </a:extLst>
            </p:cNvPr>
            <p:cNvGrpSpPr/>
            <p:nvPr/>
          </p:nvGrpSpPr>
          <p:grpSpPr>
            <a:xfrm>
              <a:off x="10126031" y="3834421"/>
              <a:ext cx="1578572" cy="405874"/>
              <a:chOff x="10126031" y="3834421"/>
              <a:chExt cx="1578572" cy="405874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E77A7B32-8EC5-439A-BA07-5E1B06F75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8863630D-904A-40AA-B096-19B4C7FD4667}"/>
                  </a:ext>
                </a:extLst>
              </p:cNvPr>
              <p:cNvSpPr txBox="1"/>
              <p:nvPr/>
            </p:nvSpPr>
            <p:spPr>
              <a:xfrm>
                <a:off x="10502800" y="396329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FDB7E34B-E518-491C-A639-5B64817457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6837" y="532165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EE717C8A-1CA8-4869-AB24-C30B5FA649C2}"/>
              </a:ext>
            </a:extLst>
          </p:cNvPr>
          <p:cNvSpPr txBox="1"/>
          <p:nvPr/>
        </p:nvSpPr>
        <p:spPr>
          <a:xfrm>
            <a:off x="10219261" y="546071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EA15EE4A-BAD4-42D7-A6B1-E224C32FAD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1061" y="537636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957946C8-42C8-42D0-876F-7A817B1AD7F6}"/>
              </a:ext>
            </a:extLst>
          </p:cNvPr>
          <p:cNvSpPr txBox="1"/>
          <p:nvPr/>
        </p:nvSpPr>
        <p:spPr>
          <a:xfrm>
            <a:off x="6130387" y="546030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983D9933-0A1D-4338-BDD3-0BB2B1924447}"/>
              </a:ext>
            </a:extLst>
          </p:cNvPr>
          <p:cNvSpPr/>
          <p:nvPr/>
        </p:nvSpPr>
        <p:spPr>
          <a:xfrm rot="10800000">
            <a:off x="7903990" y="595490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1BFA9AC7-74AC-43A1-8E9C-742D115FB37C}"/>
              </a:ext>
            </a:extLst>
          </p:cNvPr>
          <p:cNvSpPr/>
          <p:nvPr/>
        </p:nvSpPr>
        <p:spPr>
          <a:xfrm>
            <a:off x="7926605" y="611551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98D95599-D9A2-441E-B1B6-AF9E49EEEEF0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6038AE04-D66D-46BF-BB7E-2A3EE136CD09}"/>
              </a:ext>
            </a:extLst>
          </p:cNvPr>
          <p:cNvSpPr/>
          <p:nvPr/>
        </p:nvSpPr>
        <p:spPr>
          <a:xfrm rot="5400000">
            <a:off x="7090354" y="485840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D3535321-FCCC-4951-81C6-69F47C3CFFD1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AF6CFD88-02A3-4AE1-8BD1-32D86534C9B3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A840D89F-02DF-40EB-932C-90ABEC05890A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 err="1">
                <a:solidFill>
                  <a:srgbClr val="C00000"/>
                </a:solidFill>
                <a:latin typeface="Santander Headline"/>
              </a:rPr>
              <a:t>OnLine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Banking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DC470B25-B2A7-4BAB-9115-82FD064FDA93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1AF8C29A-02EA-4E71-A38C-97BF7B858C6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40FD908A-B831-444D-BCFD-78528C53DF0F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5318F641-E284-40A1-A7A8-7D9D99CE8AF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075" y="1369103"/>
            <a:ext cx="475893" cy="410836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4A9D343F-8B6D-4372-875B-DAC24D85028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888" y="4051872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993260D9-2815-4175-849D-5DD0580D0AD4}"/>
              </a:ext>
            </a:extLst>
          </p:cNvPr>
          <p:cNvGrpSpPr/>
          <p:nvPr/>
        </p:nvGrpSpPr>
        <p:grpSpPr>
          <a:xfrm>
            <a:off x="10077062" y="2013354"/>
            <a:ext cx="2111084" cy="2608849"/>
            <a:chOff x="1874858" y="1685724"/>
            <a:chExt cx="2087491" cy="2608849"/>
          </a:xfrm>
        </p:grpSpPr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14AFE859-0EAE-4551-AB76-DD7E23C16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16113D42-EAAB-4F39-8F5F-34D2A383E226}"/>
                </a:ext>
              </a:extLst>
            </p:cNvPr>
            <p:cNvGrpSpPr/>
            <p:nvPr/>
          </p:nvGrpSpPr>
          <p:grpSpPr>
            <a:xfrm>
              <a:off x="1874858" y="2153780"/>
              <a:ext cx="954963" cy="2140793"/>
              <a:chOff x="119329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AED8E2E1-029A-4B39-93A5-FB8B4C0BB4E4}"/>
                  </a:ext>
                </a:extLst>
              </p:cNvPr>
              <p:cNvSpPr/>
              <p:nvPr/>
            </p:nvSpPr>
            <p:spPr>
              <a:xfrm>
                <a:off x="119329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7B1151DA-5ABB-4A5D-A4C6-ADCDE62081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54890" y="3854204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6BD48786-2736-488F-BA38-A2778EF23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7808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6B96AD-D960-E729-E566-1A564048893F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DWP01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354C656A-57D9-394E-50D7-C59CC471A32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70E5AE0-CE22-9A74-0C77-B6C14203EAFC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CBB8D3-EE34-F3B2-649D-6CA6F5B1D72B}"/>
              </a:ext>
            </a:extLst>
          </p:cNvPr>
          <p:cNvSpPr txBox="1"/>
          <p:nvPr/>
        </p:nvSpPr>
        <p:spPr>
          <a:xfrm>
            <a:off x="11214974" y="2546683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B96B49D-D52E-EA9B-7669-C0507F290C65}"/>
              </a:ext>
            </a:extLst>
          </p:cNvPr>
          <p:cNvSpPr/>
          <p:nvPr/>
        </p:nvSpPr>
        <p:spPr>
          <a:xfrm>
            <a:off x="10461230" y="1448004"/>
            <a:ext cx="997372" cy="38010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SOHCR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EC697BD-CB65-FA63-549E-F48BE588AAB0}"/>
              </a:ext>
            </a:extLst>
          </p:cNvPr>
          <p:cNvGrpSpPr/>
          <p:nvPr/>
        </p:nvGrpSpPr>
        <p:grpSpPr>
          <a:xfrm>
            <a:off x="5801786" y="1858431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F6F1BDE3-CFA6-46C8-B5E5-432CD4FE0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81749464-FF4C-485B-B223-D7EE82CAEDAB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07B69A38-53DA-4523-806C-9C96286537C5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53825D89-3949-4400-AE8B-00F80A4DEA44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771DE198-9329-4576-BE1D-1E7C302DEB4C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 1414</a:t>
                </a: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MQLASCGI2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32B3E41D-7E27-47FD-8DCC-B50C213F25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2019C6E5-CA42-4820-BD63-A38445F3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20016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36C285DB-AC87-5583-2462-AF7D520924F8}"/>
                </a:ext>
              </a:extLst>
            </p:cNvPr>
            <p:cNvSpPr txBox="1"/>
            <p:nvPr/>
          </p:nvSpPr>
          <p:spPr>
            <a:xfrm>
              <a:off x="6011669" y="3407681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DF90E2-8149-87BA-D0F1-4F21751B6E46}"/>
              </a:ext>
            </a:extLst>
          </p:cNvPr>
          <p:cNvSpPr txBox="1"/>
          <p:nvPr/>
        </p:nvSpPr>
        <p:spPr>
          <a:xfrm>
            <a:off x="-581445" y="897388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Flecha izquierda 1">
            <a:extLst>
              <a:ext uri="{FF2B5EF4-FFF2-40B4-BE49-F238E27FC236}">
                <a16:creationId xmlns:a16="http://schemas.microsoft.com/office/drawing/2014/main" id="{EA0ADB94-FEFC-46C3-8AE2-2C651ADBEA71}"/>
              </a:ext>
            </a:extLst>
          </p:cNvPr>
          <p:cNvSpPr/>
          <p:nvPr/>
        </p:nvSpPr>
        <p:spPr>
          <a:xfrm flipH="1">
            <a:off x="7985245" y="3071873"/>
            <a:ext cx="2281108" cy="300449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bg1"/>
                </a:solidFill>
              </a:rPr>
              <a:t>SAN.REQUEST.DWP -&gt; SAN.REQUEST.DWP </a:t>
            </a:r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F501B6-E6B7-4CC5-0161-0E935D2CE76B}"/>
              </a:ext>
            </a:extLst>
          </p:cNvPr>
          <p:cNvSpPr txBox="1"/>
          <p:nvPr/>
        </p:nvSpPr>
        <p:spPr>
          <a:xfrm>
            <a:off x="2735196" y="6302433"/>
            <a:ext cx="481254" cy="25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rgbClr val="000000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F2643B22-F32D-78B7-3FD2-A6CF388CBD8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35640" y="2015167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4C0FD721-F7A4-17FB-6A45-EB606B751F0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84169" y="1855777"/>
            <a:ext cx="709765" cy="407118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56DF297D-DB03-CF82-69D7-B1535A4112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41102" y="1374798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723D8133-179E-E0F8-B2E7-37F0D906439A}"/>
              </a:ext>
            </a:extLst>
          </p:cNvPr>
          <p:cNvGrpSpPr/>
          <p:nvPr/>
        </p:nvGrpSpPr>
        <p:grpSpPr>
          <a:xfrm>
            <a:off x="9130865" y="494782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052AAE8D-8779-3EEA-F49A-DBAA2201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93A3A9D5-094B-EA35-BE8B-05AB0A701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CEE529DD-90EF-F82F-EB13-CB8260A20301}"/>
              </a:ext>
            </a:extLst>
          </p:cNvPr>
          <p:cNvGrpSpPr/>
          <p:nvPr/>
        </p:nvGrpSpPr>
        <p:grpSpPr>
          <a:xfrm>
            <a:off x="6107439" y="492550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10E5E402-F213-15FF-498B-ED245D8B5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4BB5A97E-BF73-B04D-2864-86505FE3A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7" name="Flecha izquierda 12">
            <a:extLst>
              <a:ext uri="{FF2B5EF4-FFF2-40B4-BE49-F238E27FC236}">
                <a16:creationId xmlns:a16="http://schemas.microsoft.com/office/drawing/2014/main" id="{A10EF81A-9FB4-4EEB-8C1E-21B7B94C587B}"/>
              </a:ext>
            </a:extLst>
          </p:cNvPr>
          <p:cNvSpPr/>
          <p:nvPr/>
        </p:nvSpPr>
        <p:spPr>
          <a:xfrm rot="10800000" flipH="1" flipV="1">
            <a:off x="7911371" y="3319676"/>
            <a:ext cx="2353421" cy="296072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bg1"/>
                </a:solidFill>
              </a:rPr>
              <a:t>LQ.DWP.BONL.SAN &lt;- LQ.DWP.BONL.SAN </a:t>
            </a:r>
            <a:endParaRPr lang="es-ES" sz="8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6" name="Flecha izquierda 12">
            <a:extLst>
              <a:ext uri="{FF2B5EF4-FFF2-40B4-BE49-F238E27FC236}">
                <a16:creationId xmlns:a16="http://schemas.microsoft.com/office/drawing/2014/main" id="{9395B0B6-8C26-44A8-A044-AA8F1054166A}"/>
              </a:ext>
            </a:extLst>
          </p:cNvPr>
          <p:cNvSpPr/>
          <p:nvPr/>
        </p:nvSpPr>
        <p:spPr>
          <a:xfrm rot="12185704" flipV="1">
            <a:off x="4250901" y="2433265"/>
            <a:ext cx="2199470" cy="280381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SAN.WPIO.BONL -&gt; SAN.WPIO.BONL</a:t>
            </a:r>
          </a:p>
        </p:txBody>
      </p:sp>
      <p:sp>
        <p:nvSpPr>
          <p:cNvPr id="171" name="Flecha derecha 11">
            <a:extLst>
              <a:ext uri="{FF2B5EF4-FFF2-40B4-BE49-F238E27FC236}">
                <a16:creationId xmlns:a16="http://schemas.microsoft.com/office/drawing/2014/main" id="{DC86725E-DBD5-451C-A3CD-08C3C93C5093}"/>
              </a:ext>
            </a:extLst>
          </p:cNvPr>
          <p:cNvSpPr/>
          <p:nvPr/>
        </p:nvSpPr>
        <p:spPr>
          <a:xfrm rot="9302656" flipH="1" flipV="1">
            <a:off x="4300764" y="4117046"/>
            <a:ext cx="2086882" cy="190379"/>
          </a:xfrm>
          <a:prstGeom prst="rightArrow">
            <a:avLst>
              <a:gd name="adj1" fmla="val 59496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SAN.WPIO.BONL -&gt; SAN.WPIO.BONL_ZOS</a:t>
            </a:r>
          </a:p>
        </p:txBody>
      </p: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85B535E8-0700-48BC-ABA5-EFFE746913CA}"/>
              </a:ext>
            </a:extLst>
          </p:cNvPr>
          <p:cNvSpPr/>
          <p:nvPr/>
        </p:nvSpPr>
        <p:spPr>
          <a:xfrm rot="9315829" flipH="1" flipV="1">
            <a:off x="4308390" y="4273175"/>
            <a:ext cx="2283897" cy="23345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LQ.DWP.BONL.SAN &lt;- LQ.DWP.BONL.SAN_ZOS</a:t>
            </a:r>
            <a:endParaRPr lang="es-ES" sz="800" b="1"/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2F5E1B8D-2163-4FC3-AD42-050A1F56C12A}"/>
              </a:ext>
            </a:extLst>
          </p:cNvPr>
          <p:cNvSpPr/>
          <p:nvPr/>
        </p:nvSpPr>
        <p:spPr>
          <a:xfrm rot="12185704" flipH="1" flipV="1">
            <a:off x="4138200" y="2628898"/>
            <a:ext cx="2321528" cy="249319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LQ.DWP.BONL.SAN &lt;-  LQ.DWP.BONL.SAN_GRA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11" name="CuadroTexto 36">
            <a:extLst>
              <a:ext uri="{FF2B5EF4-FFF2-40B4-BE49-F238E27FC236}">
                <a16:creationId xmlns:a16="http://schemas.microsoft.com/office/drawing/2014/main" id="{A7AF0523-5B63-2CE8-CED0-D92797C1810F}"/>
              </a:ext>
            </a:extLst>
          </p:cNvPr>
          <p:cNvSpPr txBox="1"/>
          <p:nvPr/>
        </p:nvSpPr>
        <p:spPr>
          <a:xfrm>
            <a:off x="3466162" y="3523787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2" name="CuadroTexto 35">
            <a:extLst>
              <a:ext uri="{FF2B5EF4-FFF2-40B4-BE49-F238E27FC236}">
                <a16:creationId xmlns:a16="http://schemas.microsoft.com/office/drawing/2014/main" id="{657F9606-850B-3452-A050-2253677F035A}"/>
              </a:ext>
            </a:extLst>
          </p:cNvPr>
          <p:cNvSpPr txBox="1"/>
          <p:nvPr/>
        </p:nvSpPr>
        <p:spPr>
          <a:xfrm>
            <a:off x="3469907" y="611321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4" name="CuadroTexto 40">
            <a:extLst>
              <a:ext uri="{FF2B5EF4-FFF2-40B4-BE49-F238E27FC236}">
                <a16:creationId xmlns:a16="http://schemas.microsoft.com/office/drawing/2014/main" id="{3E073FDF-69E6-4426-5554-606A81B2A41E}"/>
              </a:ext>
            </a:extLst>
          </p:cNvPr>
          <p:cNvSpPr txBox="1"/>
          <p:nvPr/>
        </p:nvSpPr>
        <p:spPr>
          <a:xfrm>
            <a:off x="5899228" y="4074669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3" name="CuadroTexto 38">
            <a:extLst>
              <a:ext uri="{FF2B5EF4-FFF2-40B4-BE49-F238E27FC236}">
                <a16:creationId xmlns:a16="http://schemas.microsoft.com/office/drawing/2014/main" id="{26B60E24-159A-90A5-1E99-A367A05F6EC2}"/>
              </a:ext>
            </a:extLst>
          </p:cNvPr>
          <p:cNvSpPr txBox="1"/>
          <p:nvPr/>
        </p:nvSpPr>
        <p:spPr>
          <a:xfrm>
            <a:off x="10453506" y="629729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4" name="CuadroTexto 39">
            <a:hlinkClick r:id="rId25"/>
            <a:extLst>
              <a:ext uri="{FF2B5EF4-FFF2-40B4-BE49-F238E27FC236}">
                <a16:creationId xmlns:a16="http://schemas.microsoft.com/office/drawing/2014/main" id="{5AB0F05A-084E-5C6E-5569-6F009800DE7E}"/>
              </a:ext>
            </a:extLst>
          </p:cNvPr>
          <p:cNvSpPr txBox="1"/>
          <p:nvPr/>
        </p:nvSpPr>
        <p:spPr>
          <a:xfrm>
            <a:off x="5730531" y="628777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9" name="CuadroTexto 41">
            <a:extLst>
              <a:ext uri="{FF2B5EF4-FFF2-40B4-BE49-F238E27FC236}">
                <a16:creationId xmlns:a16="http://schemas.microsoft.com/office/drawing/2014/main" id="{5007B8E1-7879-5CE0-0A50-DF12D0D625D8}"/>
              </a:ext>
            </a:extLst>
          </p:cNvPr>
          <p:cNvSpPr txBox="1"/>
          <p:nvPr/>
        </p:nvSpPr>
        <p:spPr>
          <a:xfrm>
            <a:off x="7006618" y="4077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52E29C6-8F38-0D96-DBE7-5FE7073A39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236" y="2979224"/>
            <a:ext cx="1147335" cy="1211870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1C52B38A-AA90-E582-DEB9-C21B3431EB67}"/>
              </a:ext>
            </a:extLst>
          </p:cNvPr>
          <p:cNvSpPr txBox="1"/>
          <p:nvPr/>
        </p:nvSpPr>
        <p:spPr>
          <a:xfrm>
            <a:off x="1274277" y="3604605"/>
            <a:ext cx="820622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900" b="1" dirty="0">
                <a:solidFill>
                  <a:schemeClr val="accent1"/>
                </a:solidFill>
              </a:rPr>
              <a:t>LAUNCHER2</a:t>
            </a:r>
          </a:p>
        </p:txBody>
      </p:sp>
      <p:sp>
        <p:nvSpPr>
          <p:cNvPr id="36" name="Flecha derecha 11">
            <a:extLst>
              <a:ext uri="{FF2B5EF4-FFF2-40B4-BE49-F238E27FC236}">
                <a16:creationId xmlns:a16="http://schemas.microsoft.com/office/drawing/2014/main" id="{F08635E2-AFE2-3C72-CAB1-B72BB558272C}"/>
              </a:ext>
            </a:extLst>
          </p:cNvPr>
          <p:cNvSpPr/>
          <p:nvPr/>
        </p:nvSpPr>
        <p:spPr>
          <a:xfrm rot="9302656" flipH="1" flipV="1">
            <a:off x="1894047" y="3002643"/>
            <a:ext cx="1962804" cy="222106"/>
          </a:xfrm>
          <a:prstGeom prst="rightArrow">
            <a:avLst>
              <a:gd name="adj1" fmla="val 59496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/>
              <a:t>DUALDWPENV01  &lt;-&gt;</a:t>
            </a:r>
          </a:p>
        </p:txBody>
      </p:sp>
      <p:sp>
        <p:nvSpPr>
          <p:cNvPr id="37" name="Flecha derecha 11">
            <a:extLst>
              <a:ext uri="{FF2B5EF4-FFF2-40B4-BE49-F238E27FC236}">
                <a16:creationId xmlns:a16="http://schemas.microsoft.com/office/drawing/2014/main" id="{6F443650-0834-FA71-8067-DD07954743B8}"/>
              </a:ext>
            </a:extLst>
          </p:cNvPr>
          <p:cNvSpPr/>
          <p:nvPr/>
        </p:nvSpPr>
        <p:spPr>
          <a:xfrm rot="12360000" flipH="1" flipV="1">
            <a:off x="1821441" y="4251164"/>
            <a:ext cx="2017892" cy="176204"/>
          </a:xfrm>
          <a:prstGeom prst="rightArrow">
            <a:avLst>
              <a:gd name="adj1" fmla="val 59496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/>
              <a:t>DUALDWPENV01_ZOS</a:t>
            </a:r>
            <a:endParaRPr lang="es-ES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D33D9219-DA16-20A3-D860-15117FF711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0" y="3061849"/>
            <a:ext cx="1147335" cy="1211870"/>
          </a:xfrm>
          <a:prstGeom prst="rect">
            <a:avLst/>
          </a:prstGeom>
        </p:spPr>
      </p:pic>
      <p:sp>
        <p:nvSpPr>
          <p:cNvPr id="42" name="Flecha izquierda 12">
            <a:extLst>
              <a:ext uri="{FF2B5EF4-FFF2-40B4-BE49-F238E27FC236}">
                <a16:creationId xmlns:a16="http://schemas.microsoft.com/office/drawing/2014/main" id="{7BB4C31D-9DA6-A63E-EB03-6184A3FD341C}"/>
              </a:ext>
            </a:extLst>
          </p:cNvPr>
          <p:cNvSpPr/>
          <p:nvPr/>
        </p:nvSpPr>
        <p:spPr>
          <a:xfrm rot="10800000" flipV="1">
            <a:off x="742945" y="3588647"/>
            <a:ext cx="604456" cy="128494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800"/>
          </a:p>
        </p:txBody>
      </p:sp>
      <p:sp>
        <p:nvSpPr>
          <p:cNvPr id="44" name="CuadroTexto 41">
            <a:extLst>
              <a:ext uri="{FF2B5EF4-FFF2-40B4-BE49-F238E27FC236}">
                <a16:creationId xmlns:a16="http://schemas.microsoft.com/office/drawing/2014/main" id="{19037931-1897-4924-3624-2AD27B8C8B8A}"/>
              </a:ext>
            </a:extLst>
          </p:cNvPr>
          <p:cNvSpPr txBox="1"/>
          <p:nvPr/>
        </p:nvSpPr>
        <p:spPr>
          <a:xfrm>
            <a:off x="1726" y="435301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Servers Details</a:t>
            </a:r>
          </a:p>
        </p:txBody>
      </p:sp>
      <p:sp>
        <p:nvSpPr>
          <p:cNvPr id="46" name="Flecha izquierda 12">
            <a:extLst>
              <a:ext uri="{FF2B5EF4-FFF2-40B4-BE49-F238E27FC236}">
                <a16:creationId xmlns:a16="http://schemas.microsoft.com/office/drawing/2014/main" id="{11683EC8-CEFB-EF8C-E910-91411E6CEB86}"/>
              </a:ext>
            </a:extLst>
          </p:cNvPr>
          <p:cNvSpPr/>
          <p:nvPr/>
        </p:nvSpPr>
        <p:spPr>
          <a:xfrm rot="9360000" flipH="1" flipV="1">
            <a:off x="1959140" y="3149546"/>
            <a:ext cx="1941446" cy="249486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/>
              <a:t>DUALDWPREC01 &lt;-&gt;</a:t>
            </a:r>
            <a:endParaRPr lang="es-ES" dirty="0"/>
          </a:p>
        </p:txBody>
      </p:sp>
      <p:pic>
        <p:nvPicPr>
          <p:cNvPr id="8" name="Imagen 7" descr="Texto&#10;&#10;Descripción generada automáticamente">
            <a:extLst>
              <a:ext uri="{FF2B5EF4-FFF2-40B4-BE49-F238E27FC236}">
                <a16:creationId xmlns:a16="http://schemas.microsoft.com/office/drawing/2014/main" id="{D875958D-5420-E5F5-8384-F58C83F32C2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0836" y="2660098"/>
            <a:ext cx="645502" cy="379577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15E04FF7-BA62-4D2B-FF41-81EDBBCEE87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083" y="2657360"/>
            <a:ext cx="459955" cy="368148"/>
          </a:xfrm>
          <a:prstGeom prst="rect">
            <a:avLst/>
          </a:prstGeom>
        </p:spPr>
      </p:pic>
      <p:sp>
        <p:nvSpPr>
          <p:cNvPr id="20" name="Flecha izquierda 12">
            <a:extLst>
              <a:ext uri="{FF2B5EF4-FFF2-40B4-BE49-F238E27FC236}">
                <a16:creationId xmlns:a16="http://schemas.microsoft.com/office/drawing/2014/main" id="{7907FC68-EDE1-7B03-45BA-F91D567473F5}"/>
              </a:ext>
            </a:extLst>
          </p:cNvPr>
          <p:cNvSpPr/>
          <p:nvPr/>
        </p:nvSpPr>
        <p:spPr>
          <a:xfrm flipV="1">
            <a:off x="742945" y="3763080"/>
            <a:ext cx="613636" cy="12849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800"/>
          </a:p>
        </p:txBody>
      </p:sp>
      <p:sp>
        <p:nvSpPr>
          <p:cNvPr id="45" name="Flecha izquierda 12">
            <a:extLst>
              <a:ext uri="{FF2B5EF4-FFF2-40B4-BE49-F238E27FC236}">
                <a16:creationId xmlns:a16="http://schemas.microsoft.com/office/drawing/2014/main" id="{0B00FF14-0A93-73B0-CE17-76A6B03B27A0}"/>
              </a:ext>
            </a:extLst>
          </p:cNvPr>
          <p:cNvSpPr/>
          <p:nvPr/>
        </p:nvSpPr>
        <p:spPr>
          <a:xfrm rot="12360000" flipH="1" flipV="1">
            <a:off x="1918947" y="4072153"/>
            <a:ext cx="1853310" cy="212597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/>
              <a:t>DUALDWPREC01_ZOS</a:t>
            </a:r>
            <a:endParaRPr lang="es-ES" dirty="0"/>
          </a:p>
        </p:txBody>
      </p:sp>
      <p:sp>
        <p:nvSpPr>
          <p:cNvPr id="4" name="Estrella: 5 puntas 3">
            <a:extLst>
              <a:ext uri="{FF2B5EF4-FFF2-40B4-BE49-F238E27FC236}">
                <a16:creationId xmlns:a16="http://schemas.microsoft.com/office/drawing/2014/main" id="{0B7B1460-61A1-AC77-4DB0-5E4022E7A934}"/>
              </a:ext>
            </a:extLst>
          </p:cNvPr>
          <p:cNvSpPr/>
          <p:nvPr/>
        </p:nvSpPr>
        <p:spPr>
          <a:xfrm>
            <a:off x="441291" y="3891756"/>
            <a:ext cx="304583" cy="24476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1">
            <a:extLst>
              <a:ext uri="{FF2B5EF4-FFF2-40B4-BE49-F238E27FC236}">
                <a16:creationId xmlns:a16="http://schemas.microsoft.com/office/drawing/2014/main" id="{C9CA447C-E755-A2DD-30FD-C8A28E3DC136}"/>
              </a:ext>
            </a:extLst>
          </p:cNvPr>
          <p:cNvSpPr txBox="1"/>
          <p:nvPr/>
        </p:nvSpPr>
        <p:spPr>
          <a:xfrm>
            <a:off x="1048328" y="434383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FC648EA-8323-0326-1C27-0D76CE73E677}"/>
              </a:ext>
            </a:extLst>
          </p:cNvPr>
          <p:cNvSpPr txBox="1"/>
          <p:nvPr/>
        </p:nvSpPr>
        <p:spPr>
          <a:xfrm rot="-2040000">
            <a:off x="127757" y="5403077"/>
            <a:ext cx="214344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ES" sz="3200" dirty="0">
                <a:solidFill>
                  <a:srgbClr val="00B050"/>
                </a:solidFill>
              </a:rPr>
              <a:t>DRAFT -</a:t>
            </a: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4C8F80BF-4ED2-2BBF-5DF0-C6C81EBA2D50}"/>
              </a:ext>
            </a:extLst>
          </p:cNvPr>
          <p:cNvSpPr txBox="1">
            <a:spLocks/>
          </p:cNvSpPr>
          <p:nvPr/>
        </p:nvSpPr>
        <p:spPr>
          <a:xfrm>
            <a:off x="9613901" y="116605"/>
            <a:ext cx="1592489" cy="62266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EC0000"/>
                </a:solidFill>
                <a:latin typeface="Santander Headline"/>
              </a:rPr>
              <a:t>Option 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6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F2D1-1FA4-C69B-9571-F97889F3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3C9A16C4-D226-AEA5-AFF5-6686C583AF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sp>
        <p:nvSpPr>
          <p:cNvPr id="191" name="CuadroTexto 190">
            <a:extLst>
              <a:ext uri="{FF2B5EF4-FFF2-40B4-BE49-F238E27FC236}">
                <a16:creationId xmlns:a16="http://schemas.microsoft.com/office/drawing/2014/main" id="{BC4ACA57-4D19-888F-10CC-3FA09B5B5EEB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D918FDAB-2A2A-44CE-E21B-A5A29C81DEFB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76A69C92-B152-9593-7D4E-7FE50209E1C1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6DB1D008-A408-822D-5A36-5B96735EDD86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 err="1">
                <a:solidFill>
                  <a:srgbClr val="C00000"/>
                </a:solidFill>
                <a:latin typeface="Santander Headline"/>
              </a:rPr>
              <a:t>OnLine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Banking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25221739-54B3-3925-1C9B-BB2DBE4892CD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C3E1B876-C5E6-9633-A117-DBF39B1394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087811ED-B02A-C673-5FBD-81B8CB0779CD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7628C792-3070-2395-6E85-C6E0A0EB6CC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670" y="2056817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E16730BB-E189-FBBC-9118-8863CFDB8BCE}"/>
              </a:ext>
            </a:extLst>
          </p:cNvPr>
          <p:cNvGrpSpPr/>
          <p:nvPr/>
        </p:nvGrpSpPr>
        <p:grpSpPr>
          <a:xfrm>
            <a:off x="9315062" y="2013354"/>
            <a:ext cx="2291193" cy="2622704"/>
            <a:chOff x="1121374" y="1685724"/>
            <a:chExt cx="2265587" cy="2622704"/>
          </a:xfrm>
        </p:grpSpPr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9E07AFB3-AD40-30E5-AE5D-C8EBB7CCF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16277" y="2600181"/>
              <a:ext cx="1270684" cy="1395484"/>
            </a:xfrm>
            <a:prstGeom prst="rect">
              <a:avLst/>
            </a:prstGeom>
          </p:spPr>
        </p:pic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2036447C-8A3E-96F6-F2A2-229EEF749057}"/>
                </a:ext>
              </a:extLst>
            </p:cNvPr>
            <p:cNvGrpSpPr/>
            <p:nvPr/>
          </p:nvGrpSpPr>
          <p:grpSpPr>
            <a:xfrm>
              <a:off x="1121374" y="2167635"/>
              <a:ext cx="954963" cy="2140793"/>
              <a:chOff x="11179428" y="3848276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5A0010F7-6334-AF97-F6E6-7CA1C428D82B}"/>
                  </a:ext>
                </a:extLst>
              </p:cNvPr>
              <p:cNvSpPr/>
              <p:nvPr/>
            </p:nvSpPr>
            <p:spPr>
              <a:xfrm>
                <a:off x="11179428" y="3848276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8AB1A21D-DC6D-5B7F-1788-D4B3B04E70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35655" y="3854204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EDC83173-2B83-CCEE-E5E7-39F174515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7808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84930F-F167-5CDF-49D2-16BCACE4AF09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A0531B1-8214-5A39-9C98-A6CC0160882B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 dirty="0"/>
              <a:t>MQ </a:t>
            </a:r>
            <a:r>
              <a:rPr lang="es-ES" sz="1200" dirty="0" err="1"/>
              <a:t>Queues</a:t>
            </a:r>
            <a:r>
              <a:rPr lang="es-ES" sz="1200" dirty="0"/>
              <a:t> tempate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B74274E-5F6C-9180-6E23-AE9CA8F71C17}"/>
              </a:ext>
            </a:extLst>
          </p:cNvPr>
          <p:cNvSpPr txBox="1"/>
          <p:nvPr/>
        </p:nvSpPr>
        <p:spPr>
          <a:xfrm>
            <a:off x="10598447" y="2615956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58D987E-5190-5B8E-19FB-9F4C8B7FBC32}"/>
              </a:ext>
            </a:extLst>
          </p:cNvPr>
          <p:cNvSpPr txBox="1"/>
          <p:nvPr/>
        </p:nvSpPr>
        <p:spPr>
          <a:xfrm>
            <a:off x="-581445" y="897388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93990634-B609-F14B-5E86-83C5F6EC56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5640" y="2015167"/>
            <a:ext cx="691404" cy="443193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58DF8793-CBBF-DF6F-205F-01F6B3087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019" y="2895594"/>
            <a:ext cx="1147335" cy="1211870"/>
          </a:xfrm>
          <a:prstGeom prst="rect">
            <a:avLst/>
          </a:prstGeom>
        </p:spPr>
      </p:pic>
      <p:sp>
        <p:nvSpPr>
          <p:cNvPr id="44" name="CuadroTexto 41">
            <a:extLst>
              <a:ext uri="{FF2B5EF4-FFF2-40B4-BE49-F238E27FC236}">
                <a16:creationId xmlns:a16="http://schemas.microsoft.com/office/drawing/2014/main" id="{DF1CFE17-2BA4-F782-7BBA-7D9212BF4142}"/>
              </a:ext>
            </a:extLst>
          </p:cNvPr>
          <p:cNvSpPr txBox="1"/>
          <p:nvPr/>
        </p:nvSpPr>
        <p:spPr>
          <a:xfrm>
            <a:off x="1324835" y="4186757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Servers Details</a:t>
            </a:r>
          </a:p>
        </p:txBody>
      </p:sp>
      <p:pic>
        <p:nvPicPr>
          <p:cNvPr id="8" name="Imagen 7" descr="Texto&#10;&#10;Descripción generada automáticamente">
            <a:extLst>
              <a:ext uri="{FF2B5EF4-FFF2-40B4-BE49-F238E27FC236}">
                <a16:creationId xmlns:a16="http://schemas.microsoft.com/office/drawing/2014/main" id="{5900B5A1-94A6-DA0B-6C99-1FEAB62478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13945" y="2493843"/>
            <a:ext cx="645502" cy="379577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85FF10B1-D168-B4BD-8B26-2C4A603E05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0192" y="2491105"/>
            <a:ext cx="459955" cy="368148"/>
          </a:xfrm>
          <a:prstGeom prst="rect">
            <a:avLst/>
          </a:prstGeom>
        </p:spPr>
      </p:pic>
      <p:sp>
        <p:nvSpPr>
          <p:cNvPr id="4" name="Estrella: 5 puntas 3">
            <a:extLst>
              <a:ext uri="{FF2B5EF4-FFF2-40B4-BE49-F238E27FC236}">
                <a16:creationId xmlns:a16="http://schemas.microsoft.com/office/drawing/2014/main" id="{17B33FE1-75CD-D168-A2AB-764D67E10596}"/>
              </a:ext>
            </a:extLst>
          </p:cNvPr>
          <p:cNvSpPr/>
          <p:nvPr/>
        </p:nvSpPr>
        <p:spPr>
          <a:xfrm>
            <a:off x="1764400" y="3725501"/>
            <a:ext cx="304583" cy="244769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8592368-A253-CA9F-CD7E-EDCE5532EB3D}"/>
              </a:ext>
            </a:extLst>
          </p:cNvPr>
          <p:cNvSpPr txBox="1"/>
          <p:nvPr/>
        </p:nvSpPr>
        <p:spPr>
          <a:xfrm rot="19560000">
            <a:off x="5258064" y="4922711"/>
            <a:ext cx="30924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ES" sz="3200" dirty="0" err="1">
                <a:solidFill>
                  <a:srgbClr val="00B050"/>
                </a:solidFill>
              </a:rPr>
              <a:t>Under</a:t>
            </a:r>
            <a:r>
              <a:rPr lang="es-ES" sz="3200" dirty="0">
                <a:solidFill>
                  <a:srgbClr val="00B050"/>
                </a:solidFill>
              </a:rPr>
              <a:t> </a:t>
            </a:r>
            <a:r>
              <a:rPr lang="es-ES" sz="3200" dirty="0" err="1">
                <a:solidFill>
                  <a:srgbClr val="00B050"/>
                </a:solidFill>
              </a:rPr>
              <a:t>review</a:t>
            </a:r>
            <a:r>
              <a:rPr lang="es-ES" sz="3200" dirty="0">
                <a:solidFill>
                  <a:srgbClr val="00B050"/>
                </a:solidFill>
              </a:rPr>
              <a:t> -</a:t>
            </a: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6A17B0A8-8BC3-08A5-F310-8A1AFDA333EA}"/>
              </a:ext>
            </a:extLst>
          </p:cNvPr>
          <p:cNvSpPr txBox="1">
            <a:spLocks/>
          </p:cNvSpPr>
          <p:nvPr/>
        </p:nvSpPr>
        <p:spPr>
          <a:xfrm>
            <a:off x="9613901" y="116605"/>
            <a:ext cx="1592489" cy="62266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EC0000"/>
                </a:solidFill>
                <a:latin typeface="Santander Headline"/>
              </a:rPr>
              <a:t>Option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39" name="Rectángulo redondeado 61">
            <a:extLst>
              <a:ext uri="{FF2B5EF4-FFF2-40B4-BE49-F238E27FC236}">
                <a16:creationId xmlns:a16="http://schemas.microsoft.com/office/drawing/2014/main" id="{9967154C-846C-477B-A3AB-52AA411BCEF1}"/>
              </a:ext>
            </a:extLst>
          </p:cNvPr>
          <p:cNvSpPr/>
          <p:nvPr/>
        </p:nvSpPr>
        <p:spPr>
          <a:xfrm>
            <a:off x="4007017" y="2559376"/>
            <a:ext cx="1074294" cy="206987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</a:rPr>
              <a:t>MQ Manager</a:t>
            </a:r>
          </a:p>
          <a:p>
            <a:pPr algn="ctr"/>
            <a:r>
              <a:rPr lang="es-ES" sz="800" dirty="0">
                <a:solidFill>
                  <a:schemeClr val="tx1"/>
                </a:solidFill>
                <a:ea typeface="+mn-lt"/>
                <a:cs typeface="+mn-lt"/>
              </a:rPr>
              <a:t>MQCGITA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</a:rPr>
              <a:t> 1414</a:t>
            </a:r>
          </a:p>
          <a:p>
            <a:pPr algn="ctr"/>
            <a:endParaRPr lang="es-ES" sz="800">
              <a:solidFill>
                <a:schemeClr val="tx1"/>
              </a:solidFill>
            </a:endParaRPr>
          </a:p>
          <a:p>
            <a:pPr algn="ctr"/>
            <a:r>
              <a:rPr lang="es-ES" sz="900" b="1" dirty="0" err="1">
                <a:solidFill>
                  <a:schemeClr val="tx1"/>
                </a:solidFill>
              </a:rPr>
              <a:t>Channel</a:t>
            </a:r>
          </a:p>
          <a:p>
            <a:pPr algn="ctr"/>
            <a:r>
              <a:rPr lang="es-ES" sz="600" dirty="0">
                <a:solidFill>
                  <a:srgbClr val="FF0000"/>
                </a:solidFill>
              </a:rPr>
              <a:t>TBC</a:t>
            </a:r>
          </a:p>
          <a:p>
            <a:pPr algn="ctr"/>
            <a:endParaRPr lang="es-ES" sz="700">
              <a:solidFill>
                <a:schemeClr val="tx1"/>
              </a:solidFill>
            </a:endParaRPr>
          </a:p>
          <a:p>
            <a:pPr algn="ctr"/>
            <a:endParaRPr lang="es-ES" sz="800">
              <a:solidFill>
                <a:schemeClr val="tx1"/>
              </a:solidFill>
            </a:endParaRPr>
          </a:p>
        </p:txBody>
      </p:sp>
      <p:sp>
        <p:nvSpPr>
          <p:cNvPr id="47" name="CuadroTexto 41">
            <a:extLst>
              <a:ext uri="{FF2B5EF4-FFF2-40B4-BE49-F238E27FC236}">
                <a16:creationId xmlns:a16="http://schemas.microsoft.com/office/drawing/2014/main" id="{07FF81E8-F0C7-681B-893A-9A1A4A33680B}"/>
              </a:ext>
            </a:extLst>
          </p:cNvPr>
          <p:cNvSpPr txBox="1"/>
          <p:nvPr/>
        </p:nvSpPr>
        <p:spPr>
          <a:xfrm>
            <a:off x="3978565" y="431612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 dirty="0">
                <a:solidFill>
                  <a:srgbClr val="000000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pic>
        <p:nvPicPr>
          <p:cNvPr id="40" name="Imagen 39" descr="Texto&#10;&#10;Descripción generada automáticamente">
            <a:extLst>
              <a:ext uri="{FF2B5EF4-FFF2-40B4-BE49-F238E27FC236}">
                <a16:creationId xmlns:a16="http://schemas.microsoft.com/office/drawing/2014/main" id="{78AF9A89-5F65-F776-0031-31D75100CC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5112" y="2056730"/>
            <a:ext cx="691404" cy="443193"/>
          </a:xfrm>
          <a:prstGeom prst="rect">
            <a:avLst/>
          </a:prstGeom>
        </p:spPr>
      </p:pic>
      <p:sp>
        <p:nvSpPr>
          <p:cNvPr id="20" name="Flecha izquierda 12">
            <a:extLst>
              <a:ext uri="{FF2B5EF4-FFF2-40B4-BE49-F238E27FC236}">
                <a16:creationId xmlns:a16="http://schemas.microsoft.com/office/drawing/2014/main" id="{5EC7CDC2-026A-4635-4FDA-D8481DEBE5CA}"/>
              </a:ext>
            </a:extLst>
          </p:cNvPr>
          <p:cNvSpPr/>
          <p:nvPr/>
        </p:nvSpPr>
        <p:spPr>
          <a:xfrm flipV="1">
            <a:off x="2072981" y="3576044"/>
            <a:ext cx="2006018" cy="135422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800"/>
          </a:p>
        </p:txBody>
      </p:sp>
      <p:sp>
        <p:nvSpPr>
          <p:cNvPr id="42" name="Flecha izquierda 12">
            <a:extLst>
              <a:ext uri="{FF2B5EF4-FFF2-40B4-BE49-F238E27FC236}">
                <a16:creationId xmlns:a16="http://schemas.microsoft.com/office/drawing/2014/main" id="{3CA9CC30-B5E1-3B4A-625C-1FCA4069B6DC}"/>
              </a:ext>
            </a:extLst>
          </p:cNvPr>
          <p:cNvSpPr/>
          <p:nvPr/>
        </p:nvSpPr>
        <p:spPr>
          <a:xfrm rot="10800000" flipV="1">
            <a:off x="2100690" y="3366974"/>
            <a:ext cx="2003764" cy="135422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800"/>
          </a:p>
        </p:txBody>
      </p:sp>
      <p:sp>
        <p:nvSpPr>
          <p:cNvPr id="194" name="Flecha izquierda 1">
            <a:extLst>
              <a:ext uri="{FF2B5EF4-FFF2-40B4-BE49-F238E27FC236}">
                <a16:creationId xmlns:a16="http://schemas.microsoft.com/office/drawing/2014/main" id="{CB85AF1C-B829-F6E2-A5E5-D9166D3E1F2C}"/>
              </a:ext>
            </a:extLst>
          </p:cNvPr>
          <p:cNvSpPr/>
          <p:nvPr/>
        </p:nvSpPr>
        <p:spPr>
          <a:xfrm flipH="1">
            <a:off x="5048081" y="3321255"/>
            <a:ext cx="4442418" cy="314304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>
                <a:solidFill>
                  <a:schemeClr val="bg1"/>
                </a:solidFill>
              </a:rPr>
              <a:t>SAN.WPIO.BONL -&gt; SAN.REQUEST.DWP 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7" name="Flecha izquierda 12">
            <a:extLst>
              <a:ext uri="{FF2B5EF4-FFF2-40B4-BE49-F238E27FC236}">
                <a16:creationId xmlns:a16="http://schemas.microsoft.com/office/drawing/2014/main" id="{10626E3A-F542-1085-234D-2EEA30BEE6CD}"/>
              </a:ext>
            </a:extLst>
          </p:cNvPr>
          <p:cNvSpPr/>
          <p:nvPr/>
        </p:nvSpPr>
        <p:spPr>
          <a:xfrm rot="10800000" flipH="1" flipV="1">
            <a:off x="4988061" y="3645258"/>
            <a:ext cx="4500876" cy="309926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>
                <a:solidFill>
                  <a:schemeClr val="bg1"/>
                </a:solidFill>
              </a:rPr>
              <a:t>LQ.DWP.BONL.SAN  &lt;- LQ.DWP.BONL.SAN </a:t>
            </a:r>
            <a:endParaRPr lang="es-ES" sz="8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49" name="Imagen 48" descr="Icono&#10;&#10;Descripción generada automáticamente">
            <a:extLst>
              <a:ext uri="{FF2B5EF4-FFF2-40B4-BE49-F238E27FC236}">
                <a16:creationId xmlns:a16="http://schemas.microsoft.com/office/drawing/2014/main" id="{7329708E-8E36-4C33-D3FF-CFAD4C1DADA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735" y="1431463"/>
            <a:ext cx="471988" cy="43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0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28">
            <a:extLst>
              <a:ext uri="{FF2B5EF4-FFF2-40B4-BE49-F238E27FC236}">
                <a16:creationId xmlns:a16="http://schemas.microsoft.com/office/drawing/2014/main" id="{D81B7142-EB41-45BD-BB5A-36602F11177D}"/>
              </a:ext>
            </a:extLst>
          </p:cNvPr>
          <p:cNvSpPr/>
          <p:nvPr/>
        </p:nvSpPr>
        <p:spPr>
          <a:xfrm>
            <a:off x="230625" y="1581716"/>
            <a:ext cx="8392407" cy="5014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OBHENMIC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229" name="Group 129">
            <a:extLst>
              <a:ext uri="{FF2B5EF4-FFF2-40B4-BE49-F238E27FC236}">
                <a16:creationId xmlns:a16="http://schemas.microsoft.com/office/drawing/2014/main" id="{6D411610-E700-4D63-9A74-674B11AB4CC5}"/>
              </a:ext>
            </a:extLst>
          </p:cNvPr>
          <p:cNvGrpSpPr/>
          <p:nvPr/>
        </p:nvGrpSpPr>
        <p:grpSpPr>
          <a:xfrm>
            <a:off x="222142" y="1611308"/>
            <a:ext cx="1098530" cy="664463"/>
            <a:chOff x="996968" y="1879739"/>
            <a:chExt cx="576000" cy="540000"/>
          </a:xfrm>
        </p:grpSpPr>
        <p:cxnSp>
          <p:nvCxnSpPr>
            <p:cNvPr id="239" name="Straight Connector 210">
              <a:extLst>
                <a:ext uri="{FF2B5EF4-FFF2-40B4-BE49-F238E27FC236}">
                  <a16:creationId xmlns:a16="http://schemas.microsoft.com/office/drawing/2014/main" id="{666C94EF-D1B3-40DF-9B78-98E22E6EF611}"/>
                </a:ext>
              </a:extLst>
            </p:cNvPr>
            <p:cNvCxnSpPr/>
            <p:nvPr/>
          </p:nvCxnSpPr>
          <p:spPr>
            <a:xfrm>
              <a:off x="1005332" y="187973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11">
              <a:extLst>
                <a:ext uri="{FF2B5EF4-FFF2-40B4-BE49-F238E27FC236}">
                  <a16:creationId xmlns:a16="http://schemas.microsoft.com/office/drawing/2014/main" id="{D5D96471-D28E-4C91-BB99-675803FB770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968" y="1603185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152">
            <a:extLst>
              <a:ext uri="{FF2B5EF4-FFF2-40B4-BE49-F238E27FC236}">
                <a16:creationId xmlns:a16="http://schemas.microsoft.com/office/drawing/2014/main" id="{2834396C-37CF-4798-8A7D-2B9EE442CB33}"/>
              </a:ext>
            </a:extLst>
          </p:cNvPr>
          <p:cNvGrpSpPr/>
          <p:nvPr/>
        </p:nvGrpSpPr>
        <p:grpSpPr>
          <a:xfrm rot="5400000">
            <a:off x="7763486" y="1410532"/>
            <a:ext cx="708761" cy="1029876"/>
            <a:chOff x="996696" y="1879694"/>
            <a:chExt cx="576000" cy="540002"/>
          </a:xfrm>
        </p:grpSpPr>
        <p:cxnSp>
          <p:nvCxnSpPr>
            <p:cNvPr id="237" name="Straight Connector 208">
              <a:extLst>
                <a:ext uri="{FF2B5EF4-FFF2-40B4-BE49-F238E27FC236}">
                  <a16:creationId xmlns:a16="http://schemas.microsoft.com/office/drawing/2014/main" id="{6FF02214-15F6-4A8D-8903-582D23826503}"/>
                </a:ext>
              </a:extLst>
            </p:cNvPr>
            <p:cNvCxnSpPr/>
            <p:nvPr/>
          </p:nvCxnSpPr>
          <p:spPr>
            <a:xfrm>
              <a:off x="1005332" y="1879696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09">
              <a:extLst>
                <a:ext uri="{FF2B5EF4-FFF2-40B4-BE49-F238E27FC236}">
                  <a16:creationId xmlns:a16="http://schemas.microsoft.com/office/drawing/2014/main" id="{ED1DF1B6-537B-43D5-B6C4-DD9A894BD7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696" y="159169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02">
            <a:extLst>
              <a:ext uri="{FF2B5EF4-FFF2-40B4-BE49-F238E27FC236}">
                <a16:creationId xmlns:a16="http://schemas.microsoft.com/office/drawing/2014/main" id="{EA1A1B25-7CD0-49B1-BC53-3C07245199BA}"/>
              </a:ext>
            </a:extLst>
          </p:cNvPr>
          <p:cNvGrpSpPr/>
          <p:nvPr/>
        </p:nvGrpSpPr>
        <p:grpSpPr>
          <a:xfrm rot="16200000">
            <a:off x="381034" y="5784871"/>
            <a:ext cx="708761" cy="1029872"/>
            <a:chOff x="1169162" y="1882999"/>
            <a:chExt cx="576000" cy="540000"/>
          </a:xfrm>
        </p:grpSpPr>
        <p:cxnSp>
          <p:nvCxnSpPr>
            <p:cNvPr id="235" name="Straight Connector 206">
              <a:extLst>
                <a:ext uri="{FF2B5EF4-FFF2-40B4-BE49-F238E27FC236}">
                  <a16:creationId xmlns:a16="http://schemas.microsoft.com/office/drawing/2014/main" id="{EFAE07FB-783F-47C8-B86C-E1484DC30A30}"/>
                </a:ext>
              </a:extLst>
            </p:cNvPr>
            <p:cNvCxnSpPr/>
            <p:nvPr/>
          </p:nvCxnSpPr>
          <p:spPr>
            <a:xfrm>
              <a:off x="1183462" y="188299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07">
              <a:extLst>
                <a:ext uri="{FF2B5EF4-FFF2-40B4-BE49-F238E27FC236}">
                  <a16:creationId xmlns:a16="http://schemas.microsoft.com/office/drawing/2014/main" id="{453BA94B-440C-47E7-844C-2A3F1A15577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57162" y="160318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03">
            <a:extLst>
              <a:ext uri="{FF2B5EF4-FFF2-40B4-BE49-F238E27FC236}">
                <a16:creationId xmlns:a16="http://schemas.microsoft.com/office/drawing/2014/main" id="{88F0039C-8BDF-45C5-9E9F-F2DBB7394F5C}"/>
              </a:ext>
            </a:extLst>
          </p:cNvPr>
          <p:cNvGrpSpPr/>
          <p:nvPr/>
        </p:nvGrpSpPr>
        <p:grpSpPr>
          <a:xfrm rot="10800000">
            <a:off x="7534275" y="5989724"/>
            <a:ext cx="1098530" cy="664463"/>
            <a:chOff x="986280" y="2069312"/>
            <a:chExt cx="576000" cy="540000"/>
          </a:xfrm>
        </p:grpSpPr>
        <p:cxnSp>
          <p:nvCxnSpPr>
            <p:cNvPr id="233" name="Straight Connector 204">
              <a:extLst>
                <a:ext uri="{FF2B5EF4-FFF2-40B4-BE49-F238E27FC236}">
                  <a16:creationId xmlns:a16="http://schemas.microsoft.com/office/drawing/2014/main" id="{1634811E-58D2-45BD-9C97-AAFF3843A1F4}"/>
                </a:ext>
              </a:extLst>
            </p:cNvPr>
            <p:cNvCxnSpPr/>
            <p:nvPr/>
          </p:nvCxnSpPr>
          <p:spPr>
            <a:xfrm>
              <a:off x="991402" y="2069312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05">
              <a:extLst>
                <a:ext uri="{FF2B5EF4-FFF2-40B4-BE49-F238E27FC236}">
                  <a16:creationId xmlns:a16="http://schemas.microsoft.com/office/drawing/2014/main" id="{5D9F2E91-DA63-4885-A875-B43972E6DA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74280" y="178131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Marcador de número de diapositiva 2">
            <a:extLst>
              <a:ext uri="{FF2B5EF4-FFF2-40B4-BE49-F238E27FC236}">
                <a16:creationId xmlns:a16="http://schemas.microsoft.com/office/drawing/2014/main" id="{DBB0E8F2-C714-47A5-94CF-151033B3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95" y="6437996"/>
            <a:ext cx="35256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13EC8DFB-05E1-4066-A64C-44E426B09510}"/>
              </a:ext>
            </a:extLst>
          </p:cNvPr>
          <p:cNvSpPr/>
          <p:nvPr/>
        </p:nvSpPr>
        <p:spPr>
          <a:xfrm>
            <a:off x="0" y="673566"/>
            <a:ext cx="12192000" cy="870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31753DE1-A5E0-4145-969C-7D46CF313CFB}"/>
              </a:ext>
            </a:extLst>
          </p:cNvPr>
          <p:cNvSpPr/>
          <p:nvPr/>
        </p:nvSpPr>
        <p:spPr>
          <a:xfrm>
            <a:off x="739096" y="453855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4" name="Marcador de texto 3">
            <a:extLst>
              <a:ext uri="{FF2B5EF4-FFF2-40B4-BE49-F238E27FC236}">
                <a16:creationId xmlns:a16="http://schemas.microsoft.com/office/drawing/2014/main" id="{5260F4E0-437C-4C99-B1C5-22643C9F54BC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328FB3E4-DAFC-4682-BE3A-5FDD12205C81}"/>
              </a:ext>
            </a:extLst>
          </p:cNvPr>
          <p:cNvSpPr/>
          <p:nvPr/>
        </p:nvSpPr>
        <p:spPr>
          <a:xfrm>
            <a:off x="1381336" y="88724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>
                <a:solidFill>
                  <a:srgbClr val="C00000"/>
                </a:solidFill>
                <a:latin typeface="Santander Headline"/>
              </a:rPr>
              <a:t>Cash Management </a:t>
            </a:r>
            <a:r>
              <a:rPr lang="en-US">
                <a:solidFill>
                  <a:schemeClr val="tx1"/>
                </a:solidFill>
                <a:latin typeface="Santander Headline"/>
              </a:rPr>
              <a:t>–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Diagrama</a:t>
            </a:r>
            <a:r>
              <a:rPr lang="en-US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Integración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F87B0F9-A575-4F9C-975E-477A1011408F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0669A26-7641-459A-95AC-D43748B0F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grpSp>
        <p:nvGrpSpPr>
          <p:cNvPr id="241" name="Group 246">
            <a:extLst>
              <a:ext uri="{FF2B5EF4-FFF2-40B4-BE49-F238E27FC236}">
                <a16:creationId xmlns:a16="http://schemas.microsoft.com/office/drawing/2014/main" id="{C3DFD48F-19DD-4FC0-BEBB-5E8413E0F38E}"/>
              </a:ext>
            </a:extLst>
          </p:cNvPr>
          <p:cNvGrpSpPr/>
          <p:nvPr/>
        </p:nvGrpSpPr>
        <p:grpSpPr>
          <a:xfrm>
            <a:off x="9090561" y="1685005"/>
            <a:ext cx="2767471" cy="271403"/>
            <a:chOff x="1762778" y="2834291"/>
            <a:chExt cx="9589994" cy="187258"/>
          </a:xfrm>
        </p:grpSpPr>
        <p:cxnSp>
          <p:nvCxnSpPr>
            <p:cNvPr id="242" name="Straight Connector 247">
              <a:extLst>
                <a:ext uri="{FF2B5EF4-FFF2-40B4-BE49-F238E27FC236}">
                  <a16:creationId xmlns:a16="http://schemas.microsoft.com/office/drawing/2014/main" id="{1D9392C2-F3FD-4786-BE5D-82A013D3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762778" y="2928402"/>
              <a:ext cx="9589994" cy="735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ectangle 248">
              <a:extLst>
                <a:ext uri="{FF2B5EF4-FFF2-40B4-BE49-F238E27FC236}">
                  <a16:creationId xmlns:a16="http://schemas.microsoft.com/office/drawing/2014/main" id="{6A0DFF8B-339E-4C58-BA55-3DC9C9006AC0}"/>
                </a:ext>
              </a:extLst>
            </p:cNvPr>
            <p:cNvSpPr/>
            <p:nvPr/>
          </p:nvSpPr>
          <p:spPr>
            <a:xfrm>
              <a:off x="3990424" y="2834291"/>
              <a:ext cx="5134698" cy="187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Main features</a:t>
              </a:r>
            </a:p>
          </p:txBody>
        </p:sp>
      </p:grpSp>
      <p:sp>
        <p:nvSpPr>
          <p:cNvPr id="244" name="Rectángulo 10">
            <a:extLst>
              <a:ext uri="{FF2B5EF4-FFF2-40B4-BE49-F238E27FC236}">
                <a16:creationId xmlns:a16="http://schemas.microsoft.com/office/drawing/2014/main" id="{071AFA92-F37B-4CDB-954B-A36A5EE2FEC8}"/>
              </a:ext>
            </a:extLst>
          </p:cNvPr>
          <p:cNvSpPr/>
          <p:nvPr/>
        </p:nvSpPr>
        <p:spPr>
          <a:xfrm>
            <a:off x="8933047" y="2080751"/>
            <a:ext cx="2887807" cy="47089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lang="en" sz="1200" b="1" u="sng">
                <a:solidFill>
                  <a:srgbClr val="1F1F1F"/>
                </a:solidFill>
                <a:latin typeface="Santander Text"/>
              </a:rPr>
              <a:t>Cash Management</a:t>
            </a: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High cash management process</a:t>
            </a: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Santander Text"/>
              </a:rPr>
              <a:t>, </a:t>
            </a:r>
            <a:r>
              <a:rPr lang="en" sz="1200">
                <a:solidFill>
                  <a:srgbClr val="1F1F1F"/>
                </a:solidFill>
                <a:latin typeface="Santander Text"/>
              </a:rPr>
              <a:t>performing the following operations depending on the input data.</a:t>
            </a:r>
            <a:endParaRPr lang="en-US">
              <a:solidFill>
                <a:srgbClr val="000000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New Retention.</a:t>
            </a:r>
            <a:endParaRPr lang="en-US" sz="1200"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New retention forced.</a:t>
            </a: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Title´s modification.</a:t>
            </a: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</a:rPr>
              <a:t>Price´s modification.</a:t>
            </a: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Price´s and Date´s modification.</a:t>
            </a: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Retention removed.</a:t>
            </a: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>
              <a:defRPr/>
            </a:pPr>
            <a:endParaRPr lang="en-US" sz="1600">
              <a:solidFill>
                <a:prstClr val="black"/>
              </a:solidFill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  <a:latin typeface="Santander Tex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  <a:latin typeface="Santander Tex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600"/>
          </a:p>
          <a:p>
            <a:pPr marL="171450" lvl="0" indent="-1714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C6CC6B81-FF76-49D5-9169-210EA8635ADB}"/>
              </a:ext>
            </a:extLst>
          </p:cNvPr>
          <p:cNvSpPr/>
          <p:nvPr/>
        </p:nvSpPr>
        <p:spPr>
          <a:xfrm>
            <a:off x="2754341" y="1934460"/>
            <a:ext cx="2954649" cy="325709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176" name="Group 248">
            <a:extLst>
              <a:ext uri="{FF2B5EF4-FFF2-40B4-BE49-F238E27FC236}">
                <a16:creationId xmlns:a16="http://schemas.microsoft.com/office/drawing/2014/main" id="{D4D5B35C-D0B8-42E9-AFE4-18BF407CD9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814" y="2359445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77" name="Freeform 249">
              <a:extLst>
                <a:ext uri="{FF2B5EF4-FFF2-40B4-BE49-F238E27FC236}">
                  <a16:creationId xmlns:a16="http://schemas.microsoft.com/office/drawing/2014/main" id="{85D6AC85-7CA6-4335-82CB-7FC0CA4ABB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8" name="Freeform 250">
              <a:extLst>
                <a:ext uri="{FF2B5EF4-FFF2-40B4-BE49-F238E27FC236}">
                  <a16:creationId xmlns:a16="http://schemas.microsoft.com/office/drawing/2014/main" id="{73D5D523-7B9C-4777-B876-A20F371B8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9" name="Oval 251">
              <a:extLst>
                <a:ext uri="{FF2B5EF4-FFF2-40B4-BE49-F238E27FC236}">
                  <a16:creationId xmlns:a16="http://schemas.microsoft.com/office/drawing/2014/main" id="{571FB865-2940-4257-BD9D-451A7DEAF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0" name="Oval 252">
              <a:extLst>
                <a:ext uri="{FF2B5EF4-FFF2-40B4-BE49-F238E27FC236}">
                  <a16:creationId xmlns:a16="http://schemas.microsoft.com/office/drawing/2014/main" id="{A5ED0EA7-A983-4EAB-919D-434E426C0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1" name="Oval 253">
              <a:extLst>
                <a:ext uri="{FF2B5EF4-FFF2-40B4-BE49-F238E27FC236}">
                  <a16:creationId xmlns:a16="http://schemas.microsoft.com/office/drawing/2014/main" id="{7D4CA568-75A4-4988-A76C-EE68889D5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2" name="Freeform 254">
              <a:extLst>
                <a:ext uri="{FF2B5EF4-FFF2-40B4-BE49-F238E27FC236}">
                  <a16:creationId xmlns:a16="http://schemas.microsoft.com/office/drawing/2014/main" id="{FE3ADB46-A635-470E-91DB-44E4C48EE0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3" name="Freeform 255">
              <a:extLst>
                <a:ext uri="{FF2B5EF4-FFF2-40B4-BE49-F238E27FC236}">
                  <a16:creationId xmlns:a16="http://schemas.microsoft.com/office/drawing/2014/main" id="{5F03EAC8-4EC1-4634-BFDE-170F9A1DC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4" name="Oval 256">
              <a:extLst>
                <a:ext uri="{FF2B5EF4-FFF2-40B4-BE49-F238E27FC236}">
                  <a16:creationId xmlns:a16="http://schemas.microsoft.com/office/drawing/2014/main" id="{B36CEF30-E427-414A-BED4-598BAFF34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5" name="Oval 257">
              <a:extLst>
                <a:ext uri="{FF2B5EF4-FFF2-40B4-BE49-F238E27FC236}">
                  <a16:creationId xmlns:a16="http://schemas.microsoft.com/office/drawing/2014/main" id="{5866E1A4-8D79-4462-A899-DC36AB3B9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6" name="Oval 258">
              <a:extLst>
                <a:ext uri="{FF2B5EF4-FFF2-40B4-BE49-F238E27FC236}">
                  <a16:creationId xmlns:a16="http://schemas.microsoft.com/office/drawing/2014/main" id="{36844B54-18B4-4BF2-837A-D5337B6AD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7" name="Freeform 259">
              <a:extLst>
                <a:ext uri="{FF2B5EF4-FFF2-40B4-BE49-F238E27FC236}">
                  <a16:creationId xmlns:a16="http://schemas.microsoft.com/office/drawing/2014/main" id="{2A2CFF92-E1AA-499F-BA6B-8AA0E2894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8" name="Freeform 260">
              <a:extLst>
                <a:ext uri="{FF2B5EF4-FFF2-40B4-BE49-F238E27FC236}">
                  <a16:creationId xmlns:a16="http://schemas.microsoft.com/office/drawing/2014/main" id="{84348F3F-9BDE-4E42-8379-BEE13BD5A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9" name="Oval 261">
              <a:extLst>
                <a:ext uri="{FF2B5EF4-FFF2-40B4-BE49-F238E27FC236}">
                  <a16:creationId xmlns:a16="http://schemas.microsoft.com/office/drawing/2014/main" id="{0636ED2B-85F2-4201-A2C7-9F17774AA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0" name="Oval 262">
              <a:extLst>
                <a:ext uri="{FF2B5EF4-FFF2-40B4-BE49-F238E27FC236}">
                  <a16:creationId xmlns:a16="http://schemas.microsoft.com/office/drawing/2014/main" id="{12BF20F4-0EF1-4334-A381-8CA7BC1A9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1" name="Oval 263">
              <a:extLst>
                <a:ext uri="{FF2B5EF4-FFF2-40B4-BE49-F238E27FC236}">
                  <a16:creationId xmlns:a16="http://schemas.microsoft.com/office/drawing/2014/main" id="{68B2D2CA-E215-4EEA-BEDD-18D6F3A94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2" name="Freeform 264">
              <a:extLst>
                <a:ext uri="{FF2B5EF4-FFF2-40B4-BE49-F238E27FC236}">
                  <a16:creationId xmlns:a16="http://schemas.microsoft.com/office/drawing/2014/main" id="{E558014D-023F-4704-804D-7F97FF561A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DF754FD2-13A5-40E3-BA31-0A4CE5A3C380}"/>
              </a:ext>
            </a:extLst>
          </p:cNvPr>
          <p:cNvSpPr txBox="1"/>
          <p:nvPr/>
        </p:nvSpPr>
        <p:spPr>
          <a:xfrm>
            <a:off x="276793" y="1997862"/>
            <a:ext cx="1410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Mainframe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A901E8A-18BA-4495-9CCF-62D5B8A1B5FF}"/>
              </a:ext>
            </a:extLst>
          </p:cNvPr>
          <p:cNvCxnSpPr>
            <a:cxnSpLocks/>
          </p:cNvCxnSpPr>
          <p:nvPr/>
        </p:nvCxnSpPr>
        <p:spPr>
          <a:xfrm flipH="1" flipV="1">
            <a:off x="1279469" y="2769755"/>
            <a:ext cx="2526371" cy="68128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8959C2F-696B-4038-A288-6481E8043F2C}"/>
              </a:ext>
            </a:extLst>
          </p:cNvPr>
          <p:cNvCxnSpPr>
            <a:cxnSpLocks/>
          </p:cNvCxnSpPr>
          <p:nvPr/>
        </p:nvCxnSpPr>
        <p:spPr>
          <a:xfrm flipH="1">
            <a:off x="4780515" y="3553462"/>
            <a:ext cx="28224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248">
            <a:extLst>
              <a:ext uri="{FF2B5EF4-FFF2-40B4-BE49-F238E27FC236}">
                <a16:creationId xmlns:a16="http://schemas.microsoft.com/office/drawing/2014/main" id="{EA3D5650-DF74-4FFB-88B6-8335CC3B4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91867" y="3126171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97" name="Freeform 249">
              <a:extLst>
                <a:ext uri="{FF2B5EF4-FFF2-40B4-BE49-F238E27FC236}">
                  <a16:creationId xmlns:a16="http://schemas.microsoft.com/office/drawing/2014/main" id="{8ED1955A-1F1B-44EC-AB4A-8514119F61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8" name="Freeform 250">
              <a:extLst>
                <a:ext uri="{FF2B5EF4-FFF2-40B4-BE49-F238E27FC236}">
                  <a16:creationId xmlns:a16="http://schemas.microsoft.com/office/drawing/2014/main" id="{B8F69DDD-F909-43D6-B3DA-72610E1BE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9" name="Oval 251">
              <a:extLst>
                <a:ext uri="{FF2B5EF4-FFF2-40B4-BE49-F238E27FC236}">
                  <a16:creationId xmlns:a16="http://schemas.microsoft.com/office/drawing/2014/main" id="{888B6B15-6E97-4F85-847E-BE8677B8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0" name="Oval 252">
              <a:extLst>
                <a:ext uri="{FF2B5EF4-FFF2-40B4-BE49-F238E27FC236}">
                  <a16:creationId xmlns:a16="http://schemas.microsoft.com/office/drawing/2014/main" id="{F0013FFB-7EC4-4778-A4E3-8320F0E76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1" name="Oval 253">
              <a:extLst>
                <a:ext uri="{FF2B5EF4-FFF2-40B4-BE49-F238E27FC236}">
                  <a16:creationId xmlns:a16="http://schemas.microsoft.com/office/drawing/2014/main" id="{17959D5E-51DE-444D-9717-2CE37217D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2" name="Freeform 254">
              <a:extLst>
                <a:ext uri="{FF2B5EF4-FFF2-40B4-BE49-F238E27FC236}">
                  <a16:creationId xmlns:a16="http://schemas.microsoft.com/office/drawing/2014/main" id="{D835D5C8-5B90-444D-91A3-ED4459FDF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3" name="Freeform 255">
              <a:extLst>
                <a:ext uri="{FF2B5EF4-FFF2-40B4-BE49-F238E27FC236}">
                  <a16:creationId xmlns:a16="http://schemas.microsoft.com/office/drawing/2014/main" id="{ADD25008-E767-486B-A052-549F8D230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4" name="Oval 256">
              <a:extLst>
                <a:ext uri="{FF2B5EF4-FFF2-40B4-BE49-F238E27FC236}">
                  <a16:creationId xmlns:a16="http://schemas.microsoft.com/office/drawing/2014/main" id="{7460DBC3-C68B-4498-AB11-68AF2E28A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5" name="Oval 257">
              <a:extLst>
                <a:ext uri="{FF2B5EF4-FFF2-40B4-BE49-F238E27FC236}">
                  <a16:creationId xmlns:a16="http://schemas.microsoft.com/office/drawing/2014/main" id="{5687B5BE-80A4-4FA1-A691-E66D9CDE2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7" name="Oval 258">
              <a:extLst>
                <a:ext uri="{FF2B5EF4-FFF2-40B4-BE49-F238E27FC236}">
                  <a16:creationId xmlns:a16="http://schemas.microsoft.com/office/drawing/2014/main" id="{86267792-BE07-4E58-956E-F8EE77F26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8" name="Freeform 259">
              <a:extLst>
                <a:ext uri="{FF2B5EF4-FFF2-40B4-BE49-F238E27FC236}">
                  <a16:creationId xmlns:a16="http://schemas.microsoft.com/office/drawing/2014/main" id="{B9E468BF-B474-4BAE-9C8D-13381AAD6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9" name="Freeform 260">
              <a:extLst>
                <a:ext uri="{FF2B5EF4-FFF2-40B4-BE49-F238E27FC236}">
                  <a16:creationId xmlns:a16="http://schemas.microsoft.com/office/drawing/2014/main" id="{185BFC99-1F6C-4CD1-93D3-A19024A25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0" name="Oval 261">
              <a:extLst>
                <a:ext uri="{FF2B5EF4-FFF2-40B4-BE49-F238E27FC236}">
                  <a16:creationId xmlns:a16="http://schemas.microsoft.com/office/drawing/2014/main" id="{2C5A6D39-8666-432E-84E9-51D3BB56E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1" name="Oval 262">
              <a:extLst>
                <a:ext uri="{FF2B5EF4-FFF2-40B4-BE49-F238E27FC236}">
                  <a16:creationId xmlns:a16="http://schemas.microsoft.com/office/drawing/2014/main" id="{2E1E42C2-5B1B-4EA6-809B-76C950421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2" name="Oval 263">
              <a:extLst>
                <a:ext uri="{FF2B5EF4-FFF2-40B4-BE49-F238E27FC236}">
                  <a16:creationId xmlns:a16="http://schemas.microsoft.com/office/drawing/2014/main" id="{1ED79036-34FD-41B3-B6FB-9AF114403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3" name="Freeform 264">
              <a:extLst>
                <a:ext uri="{FF2B5EF4-FFF2-40B4-BE49-F238E27FC236}">
                  <a16:creationId xmlns:a16="http://schemas.microsoft.com/office/drawing/2014/main" id="{8E1507D8-6C85-4490-8453-3D011FF210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grpSp>
        <p:nvGrpSpPr>
          <p:cNvPr id="216" name="Group 248">
            <a:extLst>
              <a:ext uri="{FF2B5EF4-FFF2-40B4-BE49-F238E27FC236}">
                <a16:creationId xmlns:a16="http://schemas.microsoft.com/office/drawing/2014/main" id="{EB91914D-B942-44FE-BD28-93E3E27577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217" y="4191699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217" name="Freeform 249">
              <a:extLst>
                <a:ext uri="{FF2B5EF4-FFF2-40B4-BE49-F238E27FC236}">
                  <a16:creationId xmlns:a16="http://schemas.microsoft.com/office/drawing/2014/main" id="{B26FCEE3-8572-42F6-8F46-7D6F7B64F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8" name="Freeform 250">
              <a:extLst>
                <a:ext uri="{FF2B5EF4-FFF2-40B4-BE49-F238E27FC236}">
                  <a16:creationId xmlns:a16="http://schemas.microsoft.com/office/drawing/2014/main" id="{6CF5BE37-9488-4D2F-B031-6100DD7F7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9" name="Oval 251">
              <a:extLst>
                <a:ext uri="{FF2B5EF4-FFF2-40B4-BE49-F238E27FC236}">
                  <a16:creationId xmlns:a16="http://schemas.microsoft.com/office/drawing/2014/main" id="{640784F0-2C0E-452D-8A6B-899A43370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0" name="Oval 252">
              <a:extLst>
                <a:ext uri="{FF2B5EF4-FFF2-40B4-BE49-F238E27FC236}">
                  <a16:creationId xmlns:a16="http://schemas.microsoft.com/office/drawing/2014/main" id="{58B097E9-712E-49DF-93A0-618408BA7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1" name="Oval 253">
              <a:extLst>
                <a:ext uri="{FF2B5EF4-FFF2-40B4-BE49-F238E27FC236}">
                  <a16:creationId xmlns:a16="http://schemas.microsoft.com/office/drawing/2014/main" id="{0959BEB9-6F1A-4FD1-AAD0-E280B2065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2" name="Freeform 254">
              <a:extLst>
                <a:ext uri="{FF2B5EF4-FFF2-40B4-BE49-F238E27FC236}">
                  <a16:creationId xmlns:a16="http://schemas.microsoft.com/office/drawing/2014/main" id="{F329281B-8F87-4A17-81C7-53FD88DAF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3" name="Freeform 255">
              <a:extLst>
                <a:ext uri="{FF2B5EF4-FFF2-40B4-BE49-F238E27FC236}">
                  <a16:creationId xmlns:a16="http://schemas.microsoft.com/office/drawing/2014/main" id="{950311BB-E254-4BEA-8DA3-9B8E86082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4" name="Oval 256">
              <a:extLst>
                <a:ext uri="{FF2B5EF4-FFF2-40B4-BE49-F238E27FC236}">
                  <a16:creationId xmlns:a16="http://schemas.microsoft.com/office/drawing/2014/main" id="{D88764C9-D0E3-4F7D-A872-261337146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5" name="Oval 257">
              <a:extLst>
                <a:ext uri="{FF2B5EF4-FFF2-40B4-BE49-F238E27FC236}">
                  <a16:creationId xmlns:a16="http://schemas.microsoft.com/office/drawing/2014/main" id="{7CE95091-BD3E-413B-BED2-675502CB2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6" name="Oval 258">
              <a:extLst>
                <a:ext uri="{FF2B5EF4-FFF2-40B4-BE49-F238E27FC236}">
                  <a16:creationId xmlns:a16="http://schemas.microsoft.com/office/drawing/2014/main" id="{ED70311B-D715-4147-B1B1-95FF28B8A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7" name="Freeform 259">
              <a:extLst>
                <a:ext uri="{FF2B5EF4-FFF2-40B4-BE49-F238E27FC236}">
                  <a16:creationId xmlns:a16="http://schemas.microsoft.com/office/drawing/2014/main" id="{91C78AC4-2FDC-46AA-AE75-2FD8D55A96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5" name="Freeform 260">
              <a:extLst>
                <a:ext uri="{FF2B5EF4-FFF2-40B4-BE49-F238E27FC236}">
                  <a16:creationId xmlns:a16="http://schemas.microsoft.com/office/drawing/2014/main" id="{670862D3-2FB1-4682-A9FB-1549EACB3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6" name="Oval 261">
              <a:extLst>
                <a:ext uri="{FF2B5EF4-FFF2-40B4-BE49-F238E27FC236}">
                  <a16:creationId xmlns:a16="http://schemas.microsoft.com/office/drawing/2014/main" id="{20D38240-A3FC-4C72-8F73-74BC01E85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7" name="Oval 262">
              <a:extLst>
                <a:ext uri="{FF2B5EF4-FFF2-40B4-BE49-F238E27FC236}">
                  <a16:creationId xmlns:a16="http://schemas.microsoft.com/office/drawing/2014/main" id="{58BAAC96-81EF-4244-AE63-8F053DD6E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8" name="Oval 263">
              <a:extLst>
                <a:ext uri="{FF2B5EF4-FFF2-40B4-BE49-F238E27FC236}">
                  <a16:creationId xmlns:a16="http://schemas.microsoft.com/office/drawing/2014/main" id="{ADC25163-B45D-441A-BC4D-0EEB5CCF8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9" name="Freeform 264">
              <a:extLst>
                <a:ext uri="{FF2B5EF4-FFF2-40B4-BE49-F238E27FC236}">
                  <a16:creationId xmlns:a16="http://schemas.microsoft.com/office/drawing/2014/main" id="{51511B2B-125C-4900-9DE4-34EC0B9C5F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0FC9A88-9BC2-40AB-96EC-A83F41314037}"/>
              </a:ext>
            </a:extLst>
          </p:cNvPr>
          <p:cNvSpPr/>
          <p:nvPr/>
        </p:nvSpPr>
        <p:spPr>
          <a:xfrm>
            <a:off x="3209647" y="5599773"/>
            <a:ext cx="2072450" cy="92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251" name="Group 109">
            <a:extLst>
              <a:ext uri="{FF2B5EF4-FFF2-40B4-BE49-F238E27FC236}">
                <a16:creationId xmlns:a16="http://schemas.microsoft.com/office/drawing/2014/main" id="{8AF1C62B-C228-4AFC-B848-87C47A0EB07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6386" y="5908006"/>
            <a:ext cx="524050" cy="443579"/>
            <a:chOff x="5507" y="464"/>
            <a:chExt cx="426" cy="373"/>
          </a:xfrm>
          <a:solidFill>
            <a:srgbClr val="FF0000"/>
          </a:solidFill>
        </p:grpSpPr>
        <p:sp>
          <p:nvSpPr>
            <p:cNvPr id="252" name="Freeform 110">
              <a:extLst>
                <a:ext uri="{FF2B5EF4-FFF2-40B4-BE49-F238E27FC236}">
                  <a16:creationId xmlns:a16="http://schemas.microsoft.com/office/drawing/2014/main" id="{B78B9295-36DD-4ABC-8DAC-2B69024AA3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464"/>
              <a:ext cx="426" cy="337"/>
            </a:xfrm>
            <a:custGeom>
              <a:avLst/>
              <a:gdLst>
                <a:gd name="T0" fmla="*/ 264 w 288"/>
                <a:gd name="T1" fmla="*/ 228 h 228"/>
                <a:gd name="T2" fmla="*/ 24 w 288"/>
                <a:gd name="T3" fmla="*/ 228 h 228"/>
                <a:gd name="T4" fmla="*/ 0 w 288"/>
                <a:gd name="T5" fmla="*/ 203 h 228"/>
                <a:gd name="T6" fmla="*/ 0 w 288"/>
                <a:gd name="T7" fmla="*/ 25 h 228"/>
                <a:gd name="T8" fmla="*/ 24 w 288"/>
                <a:gd name="T9" fmla="*/ 0 h 228"/>
                <a:gd name="T10" fmla="*/ 264 w 288"/>
                <a:gd name="T11" fmla="*/ 0 h 228"/>
                <a:gd name="T12" fmla="*/ 288 w 288"/>
                <a:gd name="T13" fmla="*/ 25 h 228"/>
                <a:gd name="T14" fmla="*/ 288 w 288"/>
                <a:gd name="T15" fmla="*/ 203 h 228"/>
                <a:gd name="T16" fmla="*/ 264 w 288"/>
                <a:gd name="T17" fmla="*/ 228 h 228"/>
                <a:gd name="T18" fmla="*/ 24 w 288"/>
                <a:gd name="T19" fmla="*/ 12 h 228"/>
                <a:gd name="T20" fmla="*/ 12 w 288"/>
                <a:gd name="T21" fmla="*/ 25 h 228"/>
                <a:gd name="T22" fmla="*/ 12 w 288"/>
                <a:gd name="T23" fmla="*/ 203 h 228"/>
                <a:gd name="T24" fmla="*/ 24 w 288"/>
                <a:gd name="T25" fmla="*/ 216 h 228"/>
                <a:gd name="T26" fmla="*/ 264 w 288"/>
                <a:gd name="T27" fmla="*/ 216 h 228"/>
                <a:gd name="T28" fmla="*/ 276 w 288"/>
                <a:gd name="T29" fmla="*/ 203 h 228"/>
                <a:gd name="T30" fmla="*/ 276 w 288"/>
                <a:gd name="T31" fmla="*/ 25 h 228"/>
                <a:gd name="T32" fmla="*/ 264 w 288"/>
                <a:gd name="T33" fmla="*/ 12 h 228"/>
                <a:gd name="T34" fmla="*/ 24 w 288"/>
                <a:gd name="T35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28">
                  <a:moveTo>
                    <a:pt x="264" y="228"/>
                  </a:moveTo>
                  <a:cubicBezTo>
                    <a:pt x="24" y="228"/>
                    <a:pt x="24" y="228"/>
                    <a:pt x="24" y="228"/>
                  </a:cubicBezTo>
                  <a:cubicBezTo>
                    <a:pt x="11" y="228"/>
                    <a:pt x="0" y="217"/>
                    <a:pt x="0" y="20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7" y="0"/>
                    <a:pt x="288" y="11"/>
                    <a:pt x="288" y="25"/>
                  </a:cubicBezTo>
                  <a:cubicBezTo>
                    <a:pt x="288" y="203"/>
                    <a:pt x="288" y="203"/>
                    <a:pt x="288" y="203"/>
                  </a:cubicBezTo>
                  <a:cubicBezTo>
                    <a:pt x="288" y="217"/>
                    <a:pt x="277" y="228"/>
                    <a:pt x="264" y="22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5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" y="210"/>
                    <a:pt x="18" y="216"/>
                    <a:pt x="24" y="216"/>
                  </a:cubicBezTo>
                  <a:cubicBezTo>
                    <a:pt x="264" y="216"/>
                    <a:pt x="264" y="216"/>
                    <a:pt x="264" y="216"/>
                  </a:cubicBezTo>
                  <a:cubicBezTo>
                    <a:pt x="271" y="216"/>
                    <a:pt x="276" y="210"/>
                    <a:pt x="276" y="203"/>
                  </a:cubicBezTo>
                  <a:cubicBezTo>
                    <a:pt x="276" y="25"/>
                    <a:pt x="276" y="25"/>
                    <a:pt x="276" y="25"/>
                  </a:cubicBezTo>
                  <a:cubicBezTo>
                    <a:pt x="276" y="18"/>
                    <a:pt x="271" y="12"/>
                    <a:pt x="264" y="12"/>
                  </a:cubicBezTo>
                  <a:lnTo>
                    <a:pt x="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3" name="Freeform 111">
              <a:extLst>
                <a:ext uri="{FF2B5EF4-FFF2-40B4-BE49-F238E27FC236}">
                  <a16:creationId xmlns:a16="http://schemas.microsoft.com/office/drawing/2014/main" id="{238C97F4-5DEB-4D40-80BA-CD57DA2A0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7" y="819"/>
              <a:ext cx="266" cy="18"/>
            </a:xfrm>
            <a:custGeom>
              <a:avLst/>
              <a:gdLst>
                <a:gd name="T0" fmla="*/ 174 w 180"/>
                <a:gd name="T1" fmla="*/ 12 h 12"/>
                <a:gd name="T2" fmla="*/ 6 w 180"/>
                <a:gd name="T3" fmla="*/ 12 h 12"/>
                <a:gd name="T4" fmla="*/ 0 w 180"/>
                <a:gd name="T5" fmla="*/ 6 h 12"/>
                <a:gd name="T6" fmla="*/ 6 w 180"/>
                <a:gd name="T7" fmla="*/ 0 h 12"/>
                <a:gd name="T8" fmla="*/ 174 w 180"/>
                <a:gd name="T9" fmla="*/ 0 h 12"/>
                <a:gd name="T10" fmla="*/ 180 w 180"/>
                <a:gd name="T11" fmla="*/ 6 h 12"/>
                <a:gd name="T12" fmla="*/ 174 w 18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2">
                  <a:moveTo>
                    <a:pt x="17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8" y="0"/>
                    <a:pt x="180" y="3"/>
                    <a:pt x="180" y="6"/>
                  </a:cubicBezTo>
                  <a:cubicBezTo>
                    <a:pt x="180" y="9"/>
                    <a:pt x="178" y="12"/>
                    <a:pt x="17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4" name="Freeform 112">
              <a:extLst>
                <a:ext uri="{FF2B5EF4-FFF2-40B4-BE49-F238E27FC236}">
                  <a16:creationId xmlns:a16="http://schemas.microsoft.com/office/drawing/2014/main" id="{2EE1E4BC-BCC4-45D2-8117-4BB5BAEF8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2" y="784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5" name="Oval 113">
              <a:extLst>
                <a:ext uri="{FF2B5EF4-FFF2-40B4-BE49-F238E27FC236}">
                  <a16:creationId xmlns:a16="http://schemas.microsoft.com/office/drawing/2014/main" id="{5780D2B5-4473-4213-AED9-0AAA81633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" y="739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6" name="Rectangle 114">
              <a:extLst>
                <a:ext uri="{FF2B5EF4-FFF2-40B4-BE49-F238E27FC236}">
                  <a16:creationId xmlns:a16="http://schemas.microsoft.com/office/drawing/2014/main" id="{BDBAB15F-DBB9-4CAB-8B1D-527F2A8C2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713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7" name="Freeform 115">
              <a:extLst>
                <a:ext uri="{FF2B5EF4-FFF2-40B4-BE49-F238E27FC236}">
                  <a16:creationId xmlns:a16="http://schemas.microsoft.com/office/drawing/2014/main" id="{EF179A8B-DFED-444D-B9F1-6024C44C2B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1" y="499"/>
              <a:ext cx="196" cy="196"/>
            </a:xfrm>
            <a:custGeom>
              <a:avLst/>
              <a:gdLst>
                <a:gd name="T0" fmla="*/ 66 w 132"/>
                <a:gd name="T1" fmla="*/ 132 h 132"/>
                <a:gd name="T2" fmla="*/ 0 w 132"/>
                <a:gd name="T3" fmla="*/ 66 h 132"/>
                <a:gd name="T4" fmla="*/ 66 w 132"/>
                <a:gd name="T5" fmla="*/ 0 h 132"/>
                <a:gd name="T6" fmla="*/ 132 w 132"/>
                <a:gd name="T7" fmla="*/ 66 h 132"/>
                <a:gd name="T8" fmla="*/ 66 w 132"/>
                <a:gd name="T9" fmla="*/ 132 h 132"/>
                <a:gd name="T10" fmla="*/ 66 w 132"/>
                <a:gd name="T11" fmla="*/ 12 h 132"/>
                <a:gd name="T12" fmla="*/ 12 w 132"/>
                <a:gd name="T13" fmla="*/ 66 h 132"/>
                <a:gd name="T14" fmla="*/ 66 w 132"/>
                <a:gd name="T15" fmla="*/ 120 h 132"/>
                <a:gd name="T16" fmla="*/ 120 w 132"/>
                <a:gd name="T17" fmla="*/ 66 h 132"/>
                <a:gd name="T18" fmla="*/ 66 w 132"/>
                <a:gd name="T1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32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12"/>
                  </a:moveTo>
                  <a:cubicBezTo>
                    <a:pt x="36" y="12"/>
                    <a:pt x="12" y="36"/>
                    <a:pt x="12" y="66"/>
                  </a:cubicBezTo>
                  <a:cubicBezTo>
                    <a:pt x="12" y="96"/>
                    <a:pt x="36" y="120"/>
                    <a:pt x="66" y="120"/>
                  </a:cubicBezTo>
                  <a:cubicBezTo>
                    <a:pt x="96" y="120"/>
                    <a:pt x="120" y="96"/>
                    <a:pt x="120" y="66"/>
                  </a:cubicBezTo>
                  <a:cubicBezTo>
                    <a:pt x="120" y="36"/>
                    <a:pt x="96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8" name="Freeform 116">
              <a:extLst>
                <a:ext uri="{FF2B5EF4-FFF2-40B4-BE49-F238E27FC236}">
                  <a16:creationId xmlns:a16="http://schemas.microsoft.com/office/drawing/2014/main" id="{A1DD956F-2AFC-4660-A038-F604E3464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0" y="516"/>
              <a:ext cx="76" cy="158"/>
            </a:xfrm>
            <a:custGeom>
              <a:avLst/>
              <a:gdLst>
                <a:gd name="T0" fmla="*/ 45 w 51"/>
                <a:gd name="T1" fmla="*/ 107 h 107"/>
                <a:gd name="T2" fmla="*/ 40 w 51"/>
                <a:gd name="T3" fmla="*/ 105 h 107"/>
                <a:gd name="T4" fmla="*/ 2 w 51"/>
                <a:gd name="T5" fmla="*/ 59 h 107"/>
                <a:gd name="T6" fmla="*/ 1 w 51"/>
                <a:gd name="T7" fmla="*/ 52 h 107"/>
                <a:gd name="T8" fmla="*/ 34 w 51"/>
                <a:gd name="T9" fmla="*/ 4 h 107"/>
                <a:gd name="T10" fmla="*/ 42 w 51"/>
                <a:gd name="T11" fmla="*/ 2 h 107"/>
                <a:gd name="T12" fmla="*/ 44 w 51"/>
                <a:gd name="T13" fmla="*/ 10 h 107"/>
                <a:gd name="T14" fmla="*/ 14 w 51"/>
                <a:gd name="T15" fmla="*/ 55 h 107"/>
                <a:gd name="T16" fmla="*/ 49 w 51"/>
                <a:gd name="T17" fmla="*/ 97 h 107"/>
                <a:gd name="T18" fmla="*/ 49 w 51"/>
                <a:gd name="T19" fmla="*/ 106 h 107"/>
                <a:gd name="T20" fmla="*/ 45 w 51"/>
                <a:gd name="T2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107">
                  <a:moveTo>
                    <a:pt x="45" y="107"/>
                  </a:moveTo>
                  <a:cubicBezTo>
                    <a:pt x="43" y="107"/>
                    <a:pt x="41" y="106"/>
                    <a:pt x="40" y="105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0" y="57"/>
                    <a:pt x="0" y="54"/>
                    <a:pt x="1" y="5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1"/>
                    <a:pt x="40" y="0"/>
                    <a:pt x="42" y="2"/>
                  </a:cubicBezTo>
                  <a:cubicBezTo>
                    <a:pt x="45" y="4"/>
                    <a:pt x="46" y="8"/>
                    <a:pt x="44" y="1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1" y="100"/>
                    <a:pt x="51" y="104"/>
                    <a:pt x="49" y="106"/>
                  </a:cubicBezTo>
                  <a:cubicBezTo>
                    <a:pt x="47" y="107"/>
                    <a:pt x="46" y="107"/>
                    <a:pt x="45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9" name="Freeform 117">
              <a:extLst>
                <a:ext uri="{FF2B5EF4-FFF2-40B4-BE49-F238E27FC236}">
                  <a16:creationId xmlns:a16="http://schemas.microsoft.com/office/drawing/2014/main" id="{C141C3AE-796F-4D6E-BE68-B1BDCF133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" y="588"/>
              <a:ext cx="107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9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0" name="Rectangle 118">
              <a:extLst>
                <a:ext uri="{FF2B5EF4-FFF2-40B4-BE49-F238E27FC236}">
                  <a16:creationId xmlns:a16="http://schemas.microsoft.com/office/drawing/2014/main" id="{42A081C4-2818-4922-A772-876E9763C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17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1" name="Rectangle 119">
              <a:extLst>
                <a:ext uri="{FF2B5EF4-FFF2-40B4-BE49-F238E27FC236}">
                  <a16:creationId xmlns:a16="http://schemas.microsoft.com/office/drawing/2014/main" id="{8DA77882-0234-4957-B5A8-4AA77107D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71"/>
              <a:ext cx="107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2" name="Rectangle 120">
              <a:extLst>
                <a:ext uri="{FF2B5EF4-FFF2-40B4-BE49-F238E27FC236}">
                  <a16:creationId xmlns:a16="http://schemas.microsoft.com/office/drawing/2014/main" id="{C75F036B-47BB-4F5D-9BA3-DE5D683B3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624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E4EEDA0C-CCBC-4D5D-90CF-A847870B9174}"/>
              </a:ext>
            </a:extLst>
          </p:cNvPr>
          <p:cNvSpPr txBox="1"/>
          <p:nvPr/>
        </p:nvSpPr>
        <p:spPr>
          <a:xfrm>
            <a:off x="3083930" y="5594936"/>
            <a:ext cx="2329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MONITORING</a:t>
            </a:r>
          </a:p>
        </p:txBody>
      </p:sp>
      <p:grpSp>
        <p:nvGrpSpPr>
          <p:cNvPr id="264" name="Group 156">
            <a:extLst>
              <a:ext uri="{FF2B5EF4-FFF2-40B4-BE49-F238E27FC236}">
                <a16:creationId xmlns:a16="http://schemas.microsoft.com/office/drawing/2014/main" id="{ECA53D40-88C2-40E3-88C1-D802D26DE3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5902" y="5908006"/>
            <a:ext cx="346767" cy="439822"/>
            <a:chOff x="1373" y="1718"/>
            <a:chExt cx="427" cy="426"/>
          </a:xfrm>
          <a:solidFill>
            <a:srgbClr val="7030A0"/>
          </a:solidFill>
        </p:grpSpPr>
        <p:sp>
          <p:nvSpPr>
            <p:cNvPr id="265" name="Freeform 157">
              <a:extLst>
                <a:ext uri="{FF2B5EF4-FFF2-40B4-BE49-F238E27FC236}">
                  <a16:creationId xmlns:a16="http://schemas.microsoft.com/office/drawing/2014/main" id="{762C2ECD-2811-4B48-A6D9-FC8BB76A06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9" y="1913"/>
              <a:ext cx="231" cy="231"/>
            </a:xfrm>
            <a:custGeom>
              <a:avLst/>
              <a:gdLst>
                <a:gd name="T0" fmla="*/ 78 w 156"/>
                <a:gd name="T1" fmla="*/ 156 h 156"/>
                <a:gd name="T2" fmla="*/ 0 w 156"/>
                <a:gd name="T3" fmla="*/ 78 h 156"/>
                <a:gd name="T4" fmla="*/ 78 w 156"/>
                <a:gd name="T5" fmla="*/ 0 h 156"/>
                <a:gd name="T6" fmla="*/ 156 w 156"/>
                <a:gd name="T7" fmla="*/ 78 h 156"/>
                <a:gd name="T8" fmla="*/ 78 w 156"/>
                <a:gd name="T9" fmla="*/ 156 h 156"/>
                <a:gd name="T10" fmla="*/ 78 w 156"/>
                <a:gd name="T11" fmla="*/ 12 h 156"/>
                <a:gd name="T12" fmla="*/ 12 w 156"/>
                <a:gd name="T13" fmla="*/ 78 h 156"/>
                <a:gd name="T14" fmla="*/ 78 w 156"/>
                <a:gd name="T15" fmla="*/ 144 h 156"/>
                <a:gd name="T16" fmla="*/ 144 w 156"/>
                <a:gd name="T17" fmla="*/ 78 h 156"/>
                <a:gd name="T18" fmla="*/ 78 w 156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1" y="0"/>
                    <a:pt x="156" y="35"/>
                    <a:pt x="156" y="78"/>
                  </a:cubicBezTo>
                  <a:cubicBezTo>
                    <a:pt x="156" y="121"/>
                    <a:pt x="121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1" y="12"/>
                    <a:pt x="12" y="41"/>
                    <a:pt x="12" y="78"/>
                  </a:cubicBezTo>
                  <a:cubicBezTo>
                    <a:pt x="12" y="114"/>
                    <a:pt x="41" y="144"/>
                    <a:pt x="78" y="144"/>
                  </a:cubicBezTo>
                  <a:cubicBezTo>
                    <a:pt x="114" y="144"/>
                    <a:pt x="144" y="114"/>
                    <a:pt x="144" y="78"/>
                  </a:cubicBezTo>
                  <a:cubicBezTo>
                    <a:pt x="144" y="41"/>
                    <a:pt x="114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6" name="Freeform 158">
              <a:extLst>
                <a:ext uri="{FF2B5EF4-FFF2-40B4-BE49-F238E27FC236}">
                  <a16:creationId xmlns:a16="http://schemas.microsoft.com/office/drawing/2014/main" id="{DAD4B6E5-C98A-472B-9395-8508E512D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92"/>
              <a:ext cx="127" cy="87"/>
            </a:xfrm>
            <a:custGeom>
              <a:avLst/>
              <a:gdLst>
                <a:gd name="T0" fmla="*/ 37 w 86"/>
                <a:gd name="T1" fmla="*/ 59 h 59"/>
                <a:gd name="T2" fmla="*/ 33 w 86"/>
                <a:gd name="T3" fmla="*/ 57 h 59"/>
                <a:gd name="T4" fmla="*/ 3 w 86"/>
                <a:gd name="T5" fmla="*/ 27 h 59"/>
                <a:gd name="T6" fmla="*/ 3 w 86"/>
                <a:gd name="T7" fmla="*/ 18 h 59"/>
                <a:gd name="T8" fmla="*/ 11 w 86"/>
                <a:gd name="T9" fmla="*/ 18 h 59"/>
                <a:gd name="T10" fmla="*/ 37 w 86"/>
                <a:gd name="T11" fmla="*/ 44 h 59"/>
                <a:gd name="T12" fmla="*/ 74 w 86"/>
                <a:gd name="T13" fmla="*/ 3 h 59"/>
                <a:gd name="T14" fmla="*/ 83 w 86"/>
                <a:gd name="T15" fmla="*/ 2 h 59"/>
                <a:gd name="T16" fmla="*/ 83 w 86"/>
                <a:gd name="T17" fmla="*/ 11 h 59"/>
                <a:gd name="T18" fmla="*/ 41 w 86"/>
                <a:gd name="T19" fmla="*/ 57 h 59"/>
                <a:gd name="T20" fmla="*/ 37 w 86"/>
                <a:gd name="T21" fmla="*/ 59 h 59"/>
                <a:gd name="T22" fmla="*/ 37 w 86"/>
                <a:gd name="T2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59">
                  <a:moveTo>
                    <a:pt x="37" y="59"/>
                  </a:moveTo>
                  <a:cubicBezTo>
                    <a:pt x="35" y="59"/>
                    <a:pt x="34" y="58"/>
                    <a:pt x="33" y="5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25"/>
                    <a:pt x="0" y="21"/>
                    <a:pt x="3" y="18"/>
                  </a:cubicBezTo>
                  <a:cubicBezTo>
                    <a:pt x="5" y="16"/>
                    <a:pt x="9" y="16"/>
                    <a:pt x="11" y="18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7" y="0"/>
                    <a:pt x="80" y="0"/>
                    <a:pt x="83" y="2"/>
                  </a:cubicBezTo>
                  <a:cubicBezTo>
                    <a:pt x="85" y="4"/>
                    <a:pt x="86" y="8"/>
                    <a:pt x="83" y="11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8"/>
                    <a:pt x="39" y="59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7" name="Freeform 159">
              <a:extLst>
                <a:ext uri="{FF2B5EF4-FFF2-40B4-BE49-F238E27FC236}">
                  <a16:creationId xmlns:a16="http://schemas.microsoft.com/office/drawing/2014/main" id="{01CDF29C-AFD3-4EDE-A871-1ED2A8DBD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3" y="1718"/>
              <a:ext cx="356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3"/>
                    <a:pt x="53" y="0"/>
                    <a:pt x="120" y="0"/>
                  </a:cubicBezTo>
                  <a:cubicBezTo>
                    <a:pt x="187" y="0"/>
                    <a:pt x="240" y="23"/>
                    <a:pt x="240" y="54"/>
                  </a:cubicBezTo>
                  <a:cubicBezTo>
                    <a:pt x="240" y="84"/>
                    <a:pt x="187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6" y="12"/>
                    <a:pt x="12" y="34"/>
                    <a:pt x="12" y="54"/>
                  </a:cubicBezTo>
                  <a:cubicBezTo>
                    <a:pt x="12" y="74"/>
                    <a:pt x="56" y="96"/>
                    <a:pt x="120" y="96"/>
                  </a:cubicBezTo>
                  <a:cubicBezTo>
                    <a:pt x="183" y="96"/>
                    <a:pt x="228" y="74"/>
                    <a:pt x="228" y="54"/>
                  </a:cubicBezTo>
                  <a:cubicBezTo>
                    <a:pt x="228" y="34"/>
                    <a:pt x="18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8" name="Freeform 160">
              <a:extLst>
                <a:ext uri="{FF2B5EF4-FFF2-40B4-BE49-F238E27FC236}">
                  <a16:creationId xmlns:a16="http://schemas.microsoft.com/office/drawing/2014/main" id="{72B902F0-024B-4740-BA8C-3A50A1348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860"/>
              <a:ext cx="187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6"/>
                    <a:pt x="56" y="48"/>
                    <a:pt x="120" y="48"/>
                  </a:cubicBezTo>
                  <a:cubicBezTo>
                    <a:pt x="123" y="48"/>
                    <a:pt x="126" y="50"/>
                    <a:pt x="126" y="54"/>
                  </a:cubicBezTo>
                  <a:cubicBezTo>
                    <a:pt x="126" y="57"/>
                    <a:pt x="123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9" name="Freeform 161">
              <a:extLst>
                <a:ext uri="{FF2B5EF4-FFF2-40B4-BE49-F238E27FC236}">
                  <a16:creationId xmlns:a16="http://schemas.microsoft.com/office/drawing/2014/main" id="{39AE2753-8A4F-42F8-926F-B7D00DFA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940"/>
              <a:ext cx="160" cy="87"/>
            </a:xfrm>
            <a:custGeom>
              <a:avLst/>
              <a:gdLst>
                <a:gd name="T0" fmla="*/ 102 w 108"/>
                <a:gd name="T1" fmla="*/ 59 h 59"/>
                <a:gd name="T2" fmla="*/ 101 w 108"/>
                <a:gd name="T3" fmla="*/ 59 h 59"/>
                <a:gd name="T4" fmla="*/ 0 w 108"/>
                <a:gd name="T5" fmla="*/ 6 h 59"/>
                <a:gd name="T6" fmla="*/ 6 w 108"/>
                <a:gd name="T7" fmla="*/ 0 h 59"/>
                <a:gd name="T8" fmla="*/ 12 w 108"/>
                <a:gd name="T9" fmla="*/ 6 h 59"/>
                <a:gd name="T10" fmla="*/ 102 w 108"/>
                <a:gd name="T11" fmla="*/ 47 h 59"/>
                <a:gd name="T12" fmla="*/ 108 w 108"/>
                <a:gd name="T13" fmla="*/ 53 h 59"/>
                <a:gd name="T14" fmla="*/ 102 w 108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59">
                  <a:moveTo>
                    <a:pt x="102" y="59"/>
                  </a:moveTo>
                  <a:cubicBezTo>
                    <a:pt x="102" y="59"/>
                    <a:pt x="102" y="59"/>
                    <a:pt x="101" y="59"/>
                  </a:cubicBezTo>
                  <a:cubicBezTo>
                    <a:pt x="42" y="55"/>
                    <a:pt x="0" y="33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5"/>
                    <a:pt x="52" y="44"/>
                    <a:pt x="102" y="47"/>
                  </a:cubicBezTo>
                  <a:cubicBezTo>
                    <a:pt x="106" y="47"/>
                    <a:pt x="108" y="50"/>
                    <a:pt x="108" y="53"/>
                  </a:cubicBezTo>
                  <a:cubicBezTo>
                    <a:pt x="108" y="57"/>
                    <a:pt x="105" y="59"/>
                    <a:pt x="10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0" name="Freeform 162">
              <a:extLst>
                <a:ext uri="{FF2B5EF4-FFF2-40B4-BE49-F238E27FC236}">
                  <a16:creationId xmlns:a16="http://schemas.microsoft.com/office/drawing/2014/main" id="{FB549A53-9328-4527-A95A-37314368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789"/>
              <a:ext cx="169" cy="318"/>
            </a:xfrm>
            <a:custGeom>
              <a:avLst/>
              <a:gdLst>
                <a:gd name="T0" fmla="*/ 108 w 114"/>
                <a:gd name="T1" fmla="*/ 215 h 215"/>
                <a:gd name="T2" fmla="*/ 108 w 114"/>
                <a:gd name="T3" fmla="*/ 215 h 215"/>
                <a:gd name="T4" fmla="*/ 0 w 114"/>
                <a:gd name="T5" fmla="*/ 162 h 215"/>
                <a:gd name="T6" fmla="*/ 0 w 114"/>
                <a:gd name="T7" fmla="*/ 6 h 215"/>
                <a:gd name="T8" fmla="*/ 6 w 114"/>
                <a:gd name="T9" fmla="*/ 0 h 215"/>
                <a:gd name="T10" fmla="*/ 12 w 114"/>
                <a:gd name="T11" fmla="*/ 6 h 215"/>
                <a:gd name="T12" fmla="*/ 12 w 114"/>
                <a:gd name="T13" fmla="*/ 162 h 215"/>
                <a:gd name="T14" fmla="*/ 108 w 114"/>
                <a:gd name="T15" fmla="*/ 203 h 215"/>
                <a:gd name="T16" fmla="*/ 114 w 114"/>
                <a:gd name="T17" fmla="*/ 210 h 215"/>
                <a:gd name="T18" fmla="*/ 108 w 114"/>
                <a:gd name="T19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215">
                  <a:moveTo>
                    <a:pt x="108" y="215"/>
                  </a:moveTo>
                  <a:cubicBezTo>
                    <a:pt x="108" y="215"/>
                    <a:pt x="108" y="215"/>
                    <a:pt x="108" y="215"/>
                  </a:cubicBezTo>
                  <a:cubicBezTo>
                    <a:pt x="45" y="213"/>
                    <a:pt x="0" y="190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0"/>
                    <a:pt x="49" y="201"/>
                    <a:pt x="108" y="203"/>
                  </a:cubicBezTo>
                  <a:cubicBezTo>
                    <a:pt x="111" y="204"/>
                    <a:pt x="114" y="206"/>
                    <a:pt x="114" y="210"/>
                  </a:cubicBezTo>
                  <a:cubicBezTo>
                    <a:pt x="114" y="213"/>
                    <a:pt x="111" y="215"/>
                    <a:pt x="108" y="2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1" name="Freeform 163">
              <a:extLst>
                <a:ext uri="{FF2B5EF4-FFF2-40B4-BE49-F238E27FC236}">
                  <a16:creationId xmlns:a16="http://schemas.microsoft.com/office/drawing/2014/main" id="{6273A9DE-1226-4254-B84C-5371D6792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789"/>
              <a:ext cx="18" cy="98"/>
            </a:xfrm>
            <a:custGeom>
              <a:avLst/>
              <a:gdLst>
                <a:gd name="T0" fmla="*/ 6 w 12"/>
                <a:gd name="T1" fmla="*/ 66 h 66"/>
                <a:gd name="T2" fmla="*/ 0 w 12"/>
                <a:gd name="T3" fmla="*/ 60 h 66"/>
                <a:gd name="T4" fmla="*/ 0 w 12"/>
                <a:gd name="T5" fmla="*/ 6 h 66"/>
                <a:gd name="T6" fmla="*/ 6 w 12"/>
                <a:gd name="T7" fmla="*/ 0 h 66"/>
                <a:gd name="T8" fmla="*/ 12 w 12"/>
                <a:gd name="T9" fmla="*/ 6 h 66"/>
                <a:gd name="T10" fmla="*/ 12 w 12"/>
                <a:gd name="T11" fmla="*/ 60 h 66"/>
                <a:gd name="T12" fmla="*/ 6 w 12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6">
                  <a:moveTo>
                    <a:pt x="6" y="66"/>
                  </a:moveTo>
                  <a:cubicBezTo>
                    <a:pt x="3" y="66"/>
                    <a:pt x="0" y="63"/>
                    <a:pt x="0" y="6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3"/>
                    <a:pt x="9" y="66"/>
                    <a:pt x="6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0B25B28B-EE7B-4493-8D2D-F83B3C5A6AA5}"/>
              </a:ext>
            </a:extLst>
          </p:cNvPr>
          <p:cNvCxnSpPr>
            <a:cxnSpLocks/>
          </p:cNvCxnSpPr>
          <p:nvPr/>
        </p:nvCxnSpPr>
        <p:spPr>
          <a:xfrm flipV="1">
            <a:off x="3721724" y="6170500"/>
            <a:ext cx="980448" cy="4839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F4D8407E-5C7D-4E3F-8B0B-030446621B42}"/>
              </a:ext>
            </a:extLst>
          </p:cNvPr>
          <p:cNvSpPr txBox="1"/>
          <p:nvPr/>
        </p:nvSpPr>
        <p:spPr>
          <a:xfrm>
            <a:off x="2754341" y="5284303"/>
            <a:ext cx="1601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Comparison Log results</a:t>
            </a: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1294A5AB-2C0A-448E-A506-DE669C7B6036}"/>
              </a:ext>
            </a:extLst>
          </p:cNvPr>
          <p:cNvCxnSpPr>
            <a:cxnSpLocks/>
          </p:cNvCxnSpPr>
          <p:nvPr/>
        </p:nvCxnSpPr>
        <p:spPr>
          <a:xfrm>
            <a:off x="4230801" y="4201478"/>
            <a:ext cx="4212" cy="137028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8A6BF0D8-2D19-414B-993E-767411DE1DC4}"/>
              </a:ext>
            </a:extLst>
          </p:cNvPr>
          <p:cNvCxnSpPr>
            <a:cxnSpLocks/>
            <a:endCxn id="217" idx="10"/>
          </p:cNvCxnSpPr>
          <p:nvPr/>
        </p:nvCxnSpPr>
        <p:spPr>
          <a:xfrm flipH="1">
            <a:off x="1275096" y="3697391"/>
            <a:ext cx="2530744" cy="88709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Group 311">
            <a:extLst>
              <a:ext uri="{FF2B5EF4-FFF2-40B4-BE49-F238E27FC236}">
                <a16:creationId xmlns:a16="http://schemas.microsoft.com/office/drawing/2014/main" id="{7E92E45F-7DF2-427B-9D47-658830D511DD}"/>
              </a:ext>
            </a:extLst>
          </p:cNvPr>
          <p:cNvGrpSpPr/>
          <p:nvPr/>
        </p:nvGrpSpPr>
        <p:grpSpPr>
          <a:xfrm>
            <a:off x="3033924" y="5503595"/>
            <a:ext cx="248400" cy="248400"/>
            <a:chOff x="8425963" y="4549340"/>
            <a:chExt cx="496800" cy="496800"/>
          </a:xfrm>
        </p:grpSpPr>
        <p:sp>
          <p:nvSpPr>
            <p:cNvPr id="281" name="Flowchart: Connector 312">
              <a:extLst>
                <a:ext uri="{FF2B5EF4-FFF2-40B4-BE49-F238E27FC236}">
                  <a16:creationId xmlns:a16="http://schemas.microsoft.com/office/drawing/2014/main" id="{0270893B-69FB-4861-A478-553A7E389624}"/>
                </a:ext>
              </a:extLst>
            </p:cNvPr>
            <p:cNvSpPr/>
            <p:nvPr/>
          </p:nvSpPr>
          <p:spPr>
            <a:xfrm>
              <a:off x="8425963" y="4549340"/>
              <a:ext cx="496800" cy="496800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2" name="Picture 4">
              <a:extLst>
                <a:ext uri="{FF2B5EF4-FFF2-40B4-BE49-F238E27FC236}">
                  <a16:creationId xmlns:a16="http://schemas.microsoft.com/office/drawing/2014/main" id="{AA0ACFCE-D4B2-440F-AD0E-86C63DFB21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9634" y="4647446"/>
              <a:ext cx="320824" cy="3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287BB1C8-5095-498E-977D-0D6DCFFB688F}"/>
              </a:ext>
            </a:extLst>
          </p:cNvPr>
          <p:cNvSpPr/>
          <p:nvPr/>
        </p:nvSpPr>
        <p:spPr>
          <a:xfrm>
            <a:off x="3835021" y="3068564"/>
            <a:ext cx="913514" cy="1052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Launcher</a:t>
            </a:r>
          </a:p>
        </p:txBody>
      </p:sp>
      <p:grpSp>
        <p:nvGrpSpPr>
          <p:cNvPr id="284" name="Group 296">
            <a:extLst>
              <a:ext uri="{FF2B5EF4-FFF2-40B4-BE49-F238E27FC236}">
                <a16:creationId xmlns:a16="http://schemas.microsoft.com/office/drawing/2014/main" id="{7918B471-86F6-4412-BD16-3170E691812D}"/>
              </a:ext>
            </a:extLst>
          </p:cNvPr>
          <p:cNvGrpSpPr/>
          <p:nvPr/>
        </p:nvGrpSpPr>
        <p:grpSpPr>
          <a:xfrm>
            <a:off x="4125995" y="3710418"/>
            <a:ext cx="248457" cy="248457"/>
            <a:chOff x="3017663" y="2363091"/>
            <a:chExt cx="496914" cy="496914"/>
          </a:xfrm>
        </p:grpSpPr>
        <p:sp>
          <p:nvSpPr>
            <p:cNvPr id="285" name="Flowchart: Connector 303">
              <a:extLst>
                <a:ext uri="{FF2B5EF4-FFF2-40B4-BE49-F238E27FC236}">
                  <a16:creationId xmlns:a16="http://schemas.microsoft.com/office/drawing/2014/main" id="{F563DD33-FB39-4C78-80F7-B594E3D92C0F}"/>
                </a:ext>
              </a:extLst>
            </p:cNvPr>
            <p:cNvSpPr/>
            <p:nvPr/>
          </p:nvSpPr>
          <p:spPr>
            <a:xfrm>
              <a:off x="3017663" y="2363091"/>
              <a:ext cx="496914" cy="496914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86" name="Group 109">
              <a:extLst>
                <a:ext uri="{FF2B5EF4-FFF2-40B4-BE49-F238E27FC236}">
                  <a16:creationId xmlns:a16="http://schemas.microsoft.com/office/drawing/2014/main" id="{C2BD2B74-09E2-4656-8C9A-33A3EAACBD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07786" y="2449924"/>
              <a:ext cx="316668" cy="315892"/>
              <a:chOff x="2412" y="1730"/>
              <a:chExt cx="408" cy="407"/>
            </a:xfrm>
            <a:solidFill>
              <a:schemeClr val="tx1"/>
            </a:solidFill>
          </p:grpSpPr>
          <p:sp>
            <p:nvSpPr>
              <p:cNvPr id="287" name="Freeform 110">
                <a:extLst>
                  <a:ext uri="{FF2B5EF4-FFF2-40B4-BE49-F238E27FC236}">
                    <a16:creationId xmlns:a16="http://schemas.microsoft.com/office/drawing/2014/main" id="{43282FB2-F835-400F-B92C-7EF7B78056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1" y="1730"/>
                <a:ext cx="319" cy="320"/>
              </a:xfrm>
              <a:custGeom>
                <a:avLst/>
                <a:gdLst>
                  <a:gd name="T0" fmla="*/ 49 w 216"/>
                  <a:gd name="T1" fmla="*/ 216 h 216"/>
                  <a:gd name="T2" fmla="*/ 49 w 216"/>
                  <a:gd name="T3" fmla="*/ 216 h 216"/>
                  <a:gd name="T4" fmla="*/ 44 w 216"/>
                  <a:gd name="T5" fmla="*/ 214 h 216"/>
                  <a:gd name="T6" fmla="*/ 2 w 216"/>
                  <a:gd name="T7" fmla="*/ 172 h 216"/>
                  <a:gd name="T8" fmla="*/ 2 w 216"/>
                  <a:gd name="T9" fmla="*/ 163 h 216"/>
                  <a:gd name="T10" fmla="*/ 142 w 216"/>
                  <a:gd name="T11" fmla="*/ 23 h 216"/>
                  <a:gd name="T12" fmla="*/ 209 w 216"/>
                  <a:gd name="T13" fmla="*/ 0 h 216"/>
                  <a:gd name="T14" fmla="*/ 214 w 216"/>
                  <a:gd name="T15" fmla="*/ 2 h 216"/>
                  <a:gd name="T16" fmla="*/ 216 w 216"/>
                  <a:gd name="T17" fmla="*/ 7 h 216"/>
                  <a:gd name="T18" fmla="*/ 193 w 216"/>
                  <a:gd name="T19" fmla="*/ 74 h 216"/>
                  <a:gd name="T20" fmla="*/ 53 w 216"/>
                  <a:gd name="T21" fmla="*/ 214 h 216"/>
                  <a:gd name="T22" fmla="*/ 49 w 216"/>
                  <a:gd name="T23" fmla="*/ 216 h 216"/>
                  <a:gd name="T24" fmla="*/ 15 w 216"/>
                  <a:gd name="T25" fmla="*/ 168 h 216"/>
                  <a:gd name="T26" fmla="*/ 49 w 216"/>
                  <a:gd name="T27" fmla="*/ 201 h 216"/>
                  <a:gd name="T28" fmla="*/ 184 w 216"/>
                  <a:gd name="T29" fmla="*/ 66 h 216"/>
                  <a:gd name="T30" fmla="*/ 202 w 216"/>
                  <a:gd name="T31" fmla="*/ 14 h 216"/>
                  <a:gd name="T32" fmla="*/ 151 w 216"/>
                  <a:gd name="T33" fmla="*/ 32 h 216"/>
                  <a:gd name="T34" fmla="*/ 15 w 216"/>
                  <a:gd name="T35" fmla="*/ 16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6" h="216">
                    <a:moveTo>
                      <a:pt x="49" y="216"/>
                    </a:moveTo>
                    <a:cubicBezTo>
                      <a:pt x="49" y="216"/>
                      <a:pt x="49" y="216"/>
                      <a:pt x="49" y="216"/>
                    </a:cubicBezTo>
                    <a:cubicBezTo>
                      <a:pt x="47" y="216"/>
                      <a:pt x="46" y="215"/>
                      <a:pt x="44" y="214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0" y="170"/>
                      <a:pt x="0" y="166"/>
                      <a:pt x="2" y="163"/>
                    </a:cubicBezTo>
                    <a:cubicBezTo>
                      <a:pt x="2" y="163"/>
                      <a:pt x="134" y="32"/>
                      <a:pt x="142" y="23"/>
                    </a:cubicBezTo>
                    <a:cubicBezTo>
                      <a:pt x="156" y="10"/>
                      <a:pt x="204" y="1"/>
                      <a:pt x="209" y="0"/>
                    </a:cubicBezTo>
                    <a:cubicBezTo>
                      <a:pt x="211" y="0"/>
                      <a:pt x="213" y="1"/>
                      <a:pt x="214" y="2"/>
                    </a:cubicBezTo>
                    <a:cubicBezTo>
                      <a:pt x="216" y="3"/>
                      <a:pt x="216" y="5"/>
                      <a:pt x="216" y="7"/>
                    </a:cubicBezTo>
                    <a:cubicBezTo>
                      <a:pt x="215" y="13"/>
                      <a:pt x="207" y="61"/>
                      <a:pt x="193" y="74"/>
                    </a:cubicBezTo>
                    <a:cubicBezTo>
                      <a:pt x="53" y="214"/>
                      <a:pt x="53" y="214"/>
                      <a:pt x="53" y="214"/>
                    </a:cubicBezTo>
                    <a:cubicBezTo>
                      <a:pt x="52" y="215"/>
                      <a:pt x="50" y="216"/>
                      <a:pt x="49" y="216"/>
                    </a:cubicBezTo>
                    <a:close/>
                    <a:moveTo>
                      <a:pt x="15" y="168"/>
                    </a:moveTo>
                    <a:cubicBezTo>
                      <a:pt x="49" y="201"/>
                      <a:pt x="49" y="201"/>
                      <a:pt x="49" y="201"/>
                    </a:cubicBezTo>
                    <a:cubicBezTo>
                      <a:pt x="184" y="66"/>
                      <a:pt x="184" y="66"/>
                      <a:pt x="184" y="66"/>
                    </a:cubicBezTo>
                    <a:cubicBezTo>
                      <a:pt x="192" y="59"/>
                      <a:pt x="199" y="33"/>
                      <a:pt x="202" y="14"/>
                    </a:cubicBezTo>
                    <a:cubicBezTo>
                      <a:pt x="183" y="18"/>
                      <a:pt x="158" y="25"/>
                      <a:pt x="151" y="32"/>
                    </a:cubicBezTo>
                    <a:cubicBezTo>
                      <a:pt x="143" y="39"/>
                      <a:pt x="38" y="145"/>
                      <a:pt x="15" y="1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8" name="Freeform 111">
                <a:extLst>
                  <a:ext uri="{FF2B5EF4-FFF2-40B4-BE49-F238E27FC236}">
                    <a16:creationId xmlns:a16="http://schemas.microsoft.com/office/drawing/2014/main" id="{3E9BC67C-F3ED-4D36-8AB9-4BC487CF1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6" y="1943"/>
                <a:ext cx="81" cy="82"/>
              </a:xfrm>
              <a:custGeom>
                <a:avLst/>
                <a:gdLst>
                  <a:gd name="T0" fmla="*/ 49 w 55"/>
                  <a:gd name="T1" fmla="*/ 55 h 55"/>
                  <a:gd name="T2" fmla="*/ 44 w 55"/>
                  <a:gd name="T3" fmla="*/ 53 h 55"/>
                  <a:gd name="T4" fmla="*/ 2 w 55"/>
                  <a:gd name="T5" fmla="*/ 11 h 55"/>
                  <a:gd name="T6" fmla="*/ 2 w 55"/>
                  <a:gd name="T7" fmla="*/ 2 h 55"/>
                  <a:gd name="T8" fmla="*/ 11 w 55"/>
                  <a:gd name="T9" fmla="*/ 2 h 55"/>
                  <a:gd name="T10" fmla="*/ 53 w 55"/>
                  <a:gd name="T11" fmla="*/ 45 h 55"/>
                  <a:gd name="T12" fmla="*/ 53 w 55"/>
                  <a:gd name="T13" fmla="*/ 53 h 55"/>
                  <a:gd name="T14" fmla="*/ 49 w 55"/>
                  <a:gd name="T15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55">
                    <a:moveTo>
                      <a:pt x="49" y="55"/>
                    </a:moveTo>
                    <a:cubicBezTo>
                      <a:pt x="47" y="55"/>
                      <a:pt x="46" y="54"/>
                      <a:pt x="44" y="53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5" y="47"/>
                      <a:pt x="55" y="51"/>
                      <a:pt x="53" y="53"/>
                    </a:cubicBezTo>
                    <a:cubicBezTo>
                      <a:pt x="52" y="54"/>
                      <a:pt x="50" y="55"/>
                      <a:pt x="49" y="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9" name="Freeform 112">
                <a:extLst>
                  <a:ext uri="{FF2B5EF4-FFF2-40B4-BE49-F238E27FC236}">
                    <a16:creationId xmlns:a16="http://schemas.microsoft.com/office/drawing/2014/main" id="{319A67FE-B473-4ECC-99E2-B64582AE1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1937"/>
                <a:ext cx="112" cy="200"/>
              </a:xfrm>
              <a:custGeom>
                <a:avLst/>
                <a:gdLst>
                  <a:gd name="T0" fmla="*/ 7 w 76"/>
                  <a:gd name="T1" fmla="*/ 135 h 135"/>
                  <a:gd name="T2" fmla="*/ 4 w 76"/>
                  <a:gd name="T3" fmla="*/ 135 h 135"/>
                  <a:gd name="T4" fmla="*/ 1 w 76"/>
                  <a:gd name="T5" fmla="*/ 129 h 135"/>
                  <a:gd name="T6" fmla="*/ 9 w 76"/>
                  <a:gd name="T7" fmla="*/ 61 h 135"/>
                  <a:gd name="T8" fmla="*/ 15 w 76"/>
                  <a:gd name="T9" fmla="*/ 56 h 135"/>
                  <a:gd name="T10" fmla="*/ 21 w 76"/>
                  <a:gd name="T11" fmla="*/ 63 h 135"/>
                  <a:gd name="T12" fmla="*/ 15 w 76"/>
                  <a:gd name="T13" fmla="*/ 113 h 135"/>
                  <a:gd name="T14" fmla="*/ 45 w 76"/>
                  <a:gd name="T15" fmla="*/ 83 h 135"/>
                  <a:gd name="T16" fmla="*/ 60 w 76"/>
                  <a:gd name="T17" fmla="*/ 60 h 135"/>
                  <a:gd name="T18" fmla="*/ 64 w 76"/>
                  <a:gd name="T19" fmla="*/ 6 h 135"/>
                  <a:gd name="T20" fmla="*/ 70 w 76"/>
                  <a:gd name="T21" fmla="*/ 0 h 135"/>
                  <a:gd name="T22" fmla="*/ 76 w 76"/>
                  <a:gd name="T23" fmla="*/ 6 h 135"/>
                  <a:gd name="T24" fmla="*/ 72 w 76"/>
                  <a:gd name="T25" fmla="*/ 63 h 135"/>
                  <a:gd name="T26" fmla="*/ 53 w 76"/>
                  <a:gd name="T27" fmla="*/ 91 h 135"/>
                  <a:gd name="T28" fmla="*/ 11 w 76"/>
                  <a:gd name="T29" fmla="*/ 134 h 135"/>
                  <a:gd name="T30" fmla="*/ 7 w 76"/>
                  <a:gd name="T31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135">
                    <a:moveTo>
                      <a:pt x="7" y="135"/>
                    </a:moveTo>
                    <a:cubicBezTo>
                      <a:pt x="6" y="135"/>
                      <a:pt x="5" y="135"/>
                      <a:pt x="4" y="135"/>
                    </a:cubicBezTo>
                    <a:cubicBezTo>
                      <a:pt x="2" y="134"/>
                      <a:pt x="0" y="131"/>
                      <a:pt x="1" y="129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9" y="58"/>
                      <a:pt x="12" y="56"/>
                      <a:pt x="15" y="56"/>
                    </a:cubicBezTo>
                    <a:cubicBezTo>
                      <a:pt x="19" y="57"/>
                      <a:pt x="21" y="60"/>
                      <a:pt x="21" y="63"/>
                    </a:cubicBezTo>
                    <a:cubicBezTo>
                      <a:pt x="15" y="113"/>
                      <a:pt x="15" y="113"/>
                      <a:pt x="15" y="11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0" y="77"/>
                      <a:pt x="58" y="66"/>
                      <a:pt x="60" y="60"/>
                    </a:cubicBezTo>
                    <a:cubicBezTo>
                      <a:pt x="62" y="55"/>
                      <a:pt x="64" y="42"/>
                      <a:pt x="64" y="6"/>
                    </a:cubicBezTo>
                    <a:cubicBezTo>
                      <a:pt x="64" y="3"/>
                      <a:pt x="67" y="0"/>
                      <a:pt x="70" y="0"/>
                    </a:cubicBezTo>
                    <a:cubicBezTo>
                      <a:pt x="74" y="0"/>
                      <a:pt x="76" y="3"/>
                      <a:pt x="76" y="6"/>
                    </a:cubicBezTo>
                    <a:cubicBezTo>
                      <a:pt x="76" y="35"/>
                      <a:pt x="75" y="54"/>
                      <a:pt x="72" y="63"/>
                    </a:cubicBezTo>
                    <a:cubicBezTo>
                      <a:pt x="69" y="73"/>
                      <a:pt x="59" y="86"/>
                      <a:pt x="53" y="91"/>
                    </a:cubicBezTo>
                    <a:cubicBezTo>
                      <a:pt x="11" y="134"/>
                      <a:pt x="11" y="134"/>
                      <a:pt x="11" y="134"/>
                    </a:cubicBezTo>
                    <a:cubicBezTo>
                      <a:pt x="10" y="135"/>
                      <a:pt x="8" y="135"/>
                      <a:pt x="7" y="13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0" name="Freeform 113">
                <a:extLst>
                  <a:ext uri="{FF2B5EF4-FFF2-40B4-BE49-F238E27FC236}">
                    <a16:creationId xmlns:a16="http://schemas.microsoft.com/office/drawing/2014/main" id="{D650786F-654D-45BE-AD72-4DB7590DC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1875"/>
                <a:ext cx="201" cy="113"/>
              </a:xfrm>
              <a:custGeom>
                <a:avLst/>
                <a:gdLst>
                  <a:gd name="T0" fmla="*/ 7 w 136"/>
                  <a:gd name="T1" fmla="*/ 76 h 76"/>
                  <a:gd name="T2" fmla="*/ 2 w 136"/>
                  <a:gd name="T3" fmla="*/ 72 h 76"/>
                  <a:gd name="T4" fmla="*/ 3 w 136"/>
                  <a:gd name="T5" fmla="*/ 65 h 76"/>
                  <a:gd name="T6" fmla="*/ 45 w 136"/>
                  <a:gd name="T7" fmla="*/ 23 h 76"/>
                  <a:gd name="T8" fmla="*/ 73 w 136"/>
                  <a:gd name="T9" fmla="*/ 4 h 76"/>
                  <a:gd name="T10" fmla="*/ 128 w 136"/>
                  <a:gd name="T11" fmla="*/ 0 h 76"/>
                  <a:gd name="T12" fmla="*/ 130 w 136"/>
                  <a:gd name="T13" fmla="*/ 0 h 76"/>
                  <a:gd name="T14" fmla="*/ 136 w 136"/>
                  <a:gd name="T15" fmla="*/ 6 h 76"/>
                  <a:gd name="T16" fmla="*/ 130 w 136"/>
                  <a:gd name="T17" fmla="*/ 12 h 76"/>
                  <a:gd name="T18" fmla="*/ 128 w 136"/>
                  <a:gd name="T19" fmla="*/ 12 h 76"/>
                  <a:gd name="T20" fmla="*/ 76 w 136"/>
                  <a:gd name="T21" fmla="*/ 15 h 76"/>
                  <a:gd name="T22" fmla="*/ 54 w 136"/>
                  <a:gd name="T23" fmla="*/ 31 h 76"/>
                  <a:gd name="T24" fmla="*/ 23 w 136"/>
                  <a:gd name="T25" fmla="*/ 61 h 76"/>
                  <a:gd name="T26" fmla="*/ 74 w 136"/>
                  <a:gd name="T27" fmla="*/ 55 h 76"/>
                  <a:gd name="T28" fmla="*/ 81 w 136"/>
                  <a:gd name="T29" fmla="*/ 61 h 76"/>
                  <a:gd name="T30" fmla="*/ 75 w 136"/>
                  <a:gd name="T31" fmla="*/ 67 h 76"/>
                  <a:gd name="T32" fmla="*/ 8 w 136"/>
                  <a:gd name="T33" fmla="*/ 76 h 76"/>
                  <a:gd name="T34" fmla="*/ 7 w 136"/>
                  <a:gd name="T35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6" h="76">
                    <a:moveTo>
                      <a:pt x="7" y="76"/>
                    </a:moveTo>
                    <a:cubicBezTo>
                      <a:pt x="5" y="76"/>
                      <a:pt x="3" y="74"/>
                      <a:pt x="2" y="72"/>
                    </a:cubicBezTo>
                    <a:cubicBezTo>
                      <a:pt x="0" y="70"/>
                      <a:pt x="1" y="67"/>
                      <a:pt x="3" y="65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51" y="17"/>
                      <a:pt x="63" y="7"/>
                      <a:pt x="73" y="4"/>
                    </a:cubicBezTo>
                    <a:cubicBezTo>
                      <a:pt x="84" y="0"/>
                      <a:pt x="110" y="0"/>
                      <a:pt x="128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33" y="0"/>
                      <a:pt x="136" y="3"/>
                      <a:pt x="136" y="6"/>
                    </a:cubicBezTo>
                    <a:cubicBezTo>
                      <a:pt x="136" y="9"/>
                      <a:pt x="133" y="12"/>
                      <a:pt x="130" y="1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01" y="12"/>
                      <a:pt x="84" y="13"/>
                      <a:pt x="76" y="15"/>
                    </a:cubicBezTo>
                    <a:cubicBezTo>
                      <a:pt x="70" y="18"/>
                      <a:pt x="60" y="25"/>
                      <a:pt x="54" y="3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74" y="55"/>
                      <a:pt x="74" y="55"/>
                      <a:pt x="74" y="55"/>
                    </a:cubicBezTo>
                    <a:cubicBezTo>
                      <a:pt x="77" y="55"/>
                      <a:pt x="80" y="57"/>
                      <a:pt x="81" y="61"/>
                    </a:cubicBezTo>
                    <a:cubicBezTo>
                      <a:pt x="81" y="64"/>
                      <a:pt x="79" y="67"/>
                      <a:pt x="75" y="6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7" y="76"/>
                      <a:pt x="7" y="76"/>
                      <a:pt x="7" y="7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1" name="Freeform 114">
                <a:extLst>
                  <a:ext uri="{FF2B5EF4-FFF2-40B4-BE49-F238E27FC236}">
                    <a16:creationId xmlns:a16="http://schemas.microsoft.com/office/drawing/2014/main" id="{638FF107-374C-40C1-9BB0-995154516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0" y="1995"/>
                <a:ext cx="131" cy="136"/>
              </a:xfrm>
              <a:custGeom>
                <a:avLst/>
                <a:gdLst>
                  <a:gd name="T0" fmla="*/ 6 w 89"/>
                  <a:gd name="T1" fmla="*/ 92 h 92"/>
                  <a:gd name="T2" fmla="*/ 2 w 89"/>
                  <a:gd name="T3" fmla="*/ 91 h 92"/>
                  <a:gd name="T4" fmla="*/ 0 w 89"/>
                  <a:gd name="T5" fmla="*/ 85 h 92"/>
                  <a:gd name="T6" fmla="*/ 27 w 89"/>
                  <a:gd name="T7" fmla="*/ 14 h 92"/>
                  <a:gd name="T8" fmla="*/ 66 w 89"/>
                  <a:gd name="T9" fmla="*/ 10 h 92"/>
                  <a:gd name="T10" fmla="*/ 66 w 89"/>
                  <a:gd name="T11" fmla="*/ 18 h 92"/>
                  <a:gd name="T12" fmla="*/ 57 w 89"/>
                  <a:gd name="T13" fmla="*/ 18 h 92"/>
                  <a:gd name="T14" fmla="*/ 36 w 89"/>
                  <a:gd name="T15" fmla="*/ 22 h 92"/>
                  <a:gd name="T16" fmla="*/ 15 w 89"/>
                  <a:gd name="T17" fmla="*/ 78 h 92"/>
                  <a:gd name="T18" fmla="*/ 70 w 89"/>
                  <a:gd name="T19" fmla="*/ 56 h 92"/>
                  <a:gd name="T20" fmla="*/ 77 w 89"/>
                  <a:gd name="T21" fmla="*/ 42 h 92"/>
                  <a:gd name="T22" fmla="*/ 74 w 89"/>
                  <a:gd name="T23" fmla="*/ 35 h 92"/>
                  <a:gd name="T24" fmla="*/ 74 w 89"/>
                  <a:gd name="T25" fmla="*/ 27 h 92"/>
                  <a:gd name="T26" fmla="*/ 83 w 89"/>
                  <a:gd name="T27" fmla="*/ 27 h 92"/>
                  <a:gd name="T28" fmla="*/ 89 w 89"/>
                  <a:gd name="T29" fmla="*/ 42 h 92"/>
                  <a:gd name="T30" fmla="*/ 78 w 89"/>
                  <a:gd name="T31" fmla="*/ 65 h 92"/>
                  <a:gd name="T32" fmla="*/ 8 w 89"/>
                  <a:gd name="T33" fmla="*/ 92 h 92"/>
                  <a:gd name="T34" fmla="*/ 6 w 89"/>
                  <a:gd name="T35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9" h="92">
                    <a:moveTo>
                      <a:pt x="6" y="92"/>
                    </a:moveTo>
                    <a:cubicBezTo>
                      <a:pt x="5" y="92"/>
                      <a:pt x="3" y="92"/>
                      <a:pt x="2" y="91"/>
                    </a:cubicBezTo>
                    <a:cubicBezTo>
                      <a:pt x="0" y="89"/>
                      <a:pt x="0" y="87"/>
                      <a:pt x="0" y="85"/>
                    </a:cubicBezTo>
                    <a:cubicBezTo>
                      <a:pt x="2" y="79"/>
                      <a:pt x="15" y="27"/>
                      <a:pt x="27" y="14"/>
                    </a:cubicBezTo>
                    <a:cubicBezTo>
                      <a:pt x="40" y="1"/>
                      <a:pt x="55" y="0"/>
                      <a:pt x="66" y="10"/>
                    </a:cubicBezTo>
                    <a:cubicBezTo>
                      <a:pt x="68" y="12"/>
                      <a:pt x="68" y="16"/>
                      <a:pt x="66" y="18"/>
                    </a:cubicBezTo>
                    <a:cubicBezTo>
                      <a:pt x="63" y="21"/>
                      <a:pt x="59" y="21"/>
                      <a:pt x="57" y="18"/>
                    </a:cubicBezTo>
                    <a:cubicBezTo>
                      <a:pt x="49" y="10"/>
                      <a:pt x="38" y="20"/>
                      <a:pt x="36" y="22"/>
                    </a:cubicBezTo>
                    <a:cubicBezTo>
                      <a:pt x="29" y="29"/>
                      <a:pt x="20" y="57"/>
                      <a:pt x="15" y="78"/>
                    </a:cubicBezTo>
                    <a:cubicBezTo>
                      <a:pt x="36" y="72"/>
                      <a:pt x="63" y="63"/>
                      <a:pt x="70" y="56"/>
                    </a:cubicBezTo>
                    <a:cubicBezTo>
                      <a:pt x="74" y="52"/>
                      <a:pt x="77" y="47"/>
                      <a:pt x="77" y="42"/>
                    </a:cubicBezTo>
                    <a:cubicBezTo>
                      <a:pt x="77" y="40"/>
                      <a:pt x="76" y="37"/>
                      <a:pt x="74" y="35"/>
                    </a:cubicBezTo>
                    <a:cubicBezTo>
                      <a:pt x="72" y="33"/>
                      <a:pt x="72" y="29"/>
                      <a:pt x="74" y="27"/>
                    </a:cubicBezTo>
                    <a:cubicBezTo>
                      <a:pt x="76" y="24"/>
                      <a:pt x="80" y="24"/>
                      <a:pt x="83" y="27"/>
                    </a:cubicBezTo>
                    <a:cubicBezTo>
                      <a:pt x="87" y="31"/>
                      <a:pt x="89" y="36"/>
                      <a:pt x="89" y="42"/>
                    </a:cubicBezTo>
                    <a:cubicBezTo>
                      <a:pt x="89" y="50"/>
                      <a:pt x="85" y="58"/>
                      <a:pt x="78" y="65"/>
                    </a:cubicBezTo>
                    <a:cubicBezTo>
                      <a:pt x="66" y="77"/>
                      <a:pt x="14" y="91"/>
                      <a:pt x="8" y="92"/>
                    </a:cubicBezTo>
                    <a:cubicBezTo>
                      <a:pt x="7" y="92"/>
                      <a:pt x="7" y="92"/>
                      <a:pt x="6" y="9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  <p:sp>
        <p:nvSpPr>
          <p:cNvPr id="307" name="TextBox 306">
            <a:extLst>
              <a:ext uri="{FF2B5EF4-FFF2-40B4-BE49-F238E27FC236}">
                <a16:creationId xmlns:a16="http://schemas.microsoft.com/office/drawing/2014/main" id="{6F5D3574-5BDB-41E8-A8B0-81B2C55DBE78}"/>
              </a:ext>
            </a:extLst>
          </p:cNvPr>
          <p:cNvSpPr txBox="1"/>
          <p:nvPr/>
        </p:nvSpPr>
        <p:spPr>
          <a:xfrm>
            <a:off x="7270789" y="2829571"/>
            <a:ext cx="14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black"/>
                </a:solidFill>
                <a:latin typeface="santander Headline"/>
              </a:rPr>
              <a:t>DWP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0653290-329B-4CE0-9C8C-DEF0E6B84B78}"/>
              </a:ext>
            </a:extLst>
          </p:cNvPr>
          <p:cNvSpPr txBox="1"/>
          <p:nvPr/>
        </p:nvSpPr>
        <p:spPr>
          <a:xfrm>
            <a:off x="319964" y="3893701"/>
            <a:ext cx="1283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Gravity</a:t>
            </a:r>
          </a:p>
        </p:txBody>
      </p:sp>
    </p:spTree>
    <p:extLst>
      <p:ext uri="{BB962C8B-B14F-4D97-AF65-F5344CB8AC3E}">
        <p14:creationId xmlns:p14="http://schemas.microsoft.com/office/powerpoint/2010/main" val="47425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857A-C314-3849-507D-6311FB1A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79C85D7D-E868-920C-9C20-C5F7F685B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1" y="1114060"/>
            <a:ext cx="6708852" cy="5659656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6A6881D8-C192-350B-5BD5-533B9189BB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0E4B7CC6-0595-113B-EF87-91938B85408D}"/>
              </a:ext>
            </a:extLst>
          </p:cNvPr>
          <p:cNvGrpSpPr/>
          <p:nvPr/>
        </p:nvGrpSpPr>
        <p:grpSpPr>
          <a:xfrm>
            <a:off x="27880" y="1825508"/>
            <a:ext cx="2735873" cy="2008488"/>
            <a:chOff x="10064850" y="1874640"/>
            <a:chExt cx="2735873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4358DFD0-7988-1895-F4A9-3659C037A57A}"/>
                </a:ext>
              </a:extLst>
            </p:cNvPr>
            <p:cNvGrpSpPr/>
            <p:nvPr/>
          </p:nvGrpSpPr>
          <p:grpSpPr>
            <a:xfrm>
              <a:off x="10064850" y="1878481"/>
              <a:ext cx="1761473" cy="1731982"/>
              <a:chOff x="9115727" y="2318530"/>
              <a:chExt cx="1761473" cy="1731982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AEFE429D-4717-2A5A-A9CF-8A3B9F8A72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9815" y="2573675"/>
                <a:ext cx="1707385" cy="1476837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22B28128-7454-B453-BA43-12D713544F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727" y="2318530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7A777FFB-1F92-A8B9-D898-5505374616CE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MQGRSCGI1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1414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MQGRSCGI2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  <a:endParaRPr lang="es-ES"/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D9DE793C-F1F4-5699-B8B1-E2F6952597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C2B429DA-25CD-95B3-D143-F73FF4383B36}"/>
              </a:ext>
            </a:extLst>
          </p:cNvPr>
          <p:cNvGrpSpPr/>
          <p:nvPr/>
        </p:nvGrpSpPr>
        <p:grpSpPr>
          <a:xfrm>
            <a:off x="33494" y="4255596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8701FA8A-19A1-3E54-CEC1-7AF3E8BF4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0AE7F31C-C031-441C-FED9-B64528AC036F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9FEA1676-4ECD-35C4-9EF2-908136317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4C3D8F24-64DA-9CE3-4CC8-4A9E91DACE9E}"/>
                </a:ext>
              </a:extLst>
            </p:cNvPr>
            <p:cNvGrpSpPr/>
            <p:nvPr/>
          </p:nvGrpSpPr>
          <p:grpSpPr>
            <a:xfrm>
              <a:off x="10126031" y="3834421"/>
              <a:ext cx="1679560" cy="351309"/>
              <a:chOff x="10126031" y="3834421"/>
              <a:chExt cx="1679560" cy="351309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53E02B4D-CF19-DB5F-4CBE-0ADE9D36DF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36DC2459-F132-6DF4-5103-D47D57961503}"/>
                  </a:ext>
                </a:extLst>
              </p:cNvPr>
              <p:cNvSpPr txBox="1"/>
              <p:nvPr/>
            </p:nvSpPr>
            <p:spPr>
              <a:xfrm>
                <a:off x="10603788" y="383476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70236FF9-4B8C-D41F-9C34-81937747E0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3801" y="531247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0246E397-23E3-91BF-92BD-15057F3C2111}"/>
              </a:ext>
            </a:extLst>
          </p:cNvPr>
          <p:cNvSpPr txBox="1"/>
          <p:nvPr/>
        </p:nvSpPr>
        <p:spPr>
          <a:xfrm>
            <a:off x="8236225" y="545153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9A6788AD-9356-E4EE-DBD3-A4BCC8D1FA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025" y="536718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9B99F3C3-1E07-43F4-9837-082FE1A39241}"/>
              </a:ext>
            </a:extLst>
          </p:cNvPr>
          <p:cNvSpPr txBox="1"/>
          <p:nvPr/>
        </p:nvSpPr>
        <p:spPr>
          <a:xfrm>
            <a:off x="4147351" y="545112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4CD0BC14-8CA7-ECA5-ED2E-0480AB930F09}"/>
              </a:ext>
            </a:extLst>
          </p:cNvPr>
          <p:cNvSpPr/>
          <p:nvPr/>
        </p:nvSpPr>
        <p:spPr>
          <a:xfrm rot="10800000">
            <a:off x="5920954" y="594572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D5CAFA7C-9E78-9C51-C2C1-E2483ECB0204}"/>
              </a:ext>
            </a:extLst>
          </p:cNvPr>
          <p:cNvSpPr/>
          <p:nvPr/>
        </p:nvSpPr>
        <p:spPr>
          <a:xfrm>
            <a:off x="5943569" y="610633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06AC312C-731B-37AB-69DD-46195D4BAC33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FA46702C-677D-C8A3-864C-966052E87612}"/>
              </a:ext>
            </a:extLst>
          </p:cNvPr>
          <p:cNvSpPr/>
          <p:nvPr/>
        </p:nvSpPr>
        <p:spPr>
          <a:xfrm rot="5400000">
            <a:off x="5107318" y="484922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00963384-FB53-8911-EF09-42413923199E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0E4438E8-F16A-A355-8D15-A9C4FF2258B1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B81C03F9-1CBF-11AF-7389-50F253A21D74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>
                <a:solidFill>
                  <a:srgbClr val="C00000"/>
                </a:solidFill>
                <a:latin typeface="Santander Headline"/>
              </a:rPr>
              <a:t>Cash Management 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42C17A9D-295D-8B08-57AC-DCC80305A6BC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F7B168A8-8973-6832-6A88-A3A05409E26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87B29B31-AD89-D39F-D0C4-4893AD432AE4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A5B2A3BF-91A1-58DC-1DCA-6C966FEDF5C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0" y="1387465"/>
            <a:ext cx="466713" cy="438377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5A46C053-6ACF-4D87-654E-0FB1462F916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02" y="3904980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7F1107EF-A911-DDC1-0868-D6C65BA97DEC}"/>
              </a:ext>
            </a:extLst>
          </p:cNvPr>
          <p:cNvGrpSpPr/>
          <p:nvPr/>
        </p:nvGrpSpPr>
        <p:grpSpPr>
          <a:xfrm>
            <a:off x="9661108" y="2079335"/>
            <a:ext cx="2404867" cy="2608849"/>
            <a:chOff x="1584358" y="1685724"/>
            <a:chExt cx="2377991" cy="2608849"/>
          </a:xfrm>
        </p:grpSpPr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E233DDE5-EEC2-9786-167A-0D426DB7F486}"/>
                </a:ext>
              </a:extLst>
            </p:cNvPr>
            <p:cNvGrpSpPr/>
            <p:nvPr/>
          </p:nvGrpSpPr>
          <p:grpSpPr>
            <a:xfrm>
              <a:off x="1584358" y="2153780"/>
              <a:ext cx="954963" cy="2140793"/>
              <a:chOff x="116424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648FF021-AFF5-018B-C730-950DAB648FA6}"/>
                  </a:ext>
                </a:extLst>
              </p:cNvPr>
              <p:cNvSpPr/>
              <p:nvPr/>
            </p:nvSpPr>
            <p:spPr>
              <a:xfrm>
                <a:off x="116424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71455498-426D-4971-DE6B-A0511B65E9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73469" y="3845023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241B087B-20B8-B35D-126B-C4E9BEF2B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DAE6F3FA-8366-5435-3B48-2006C4B98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011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D1CC1DFC-85E8-5766-B2A5-7401BD21EF30}"/>
              </a:ext>
            </a:extLst>
          </p:cNvPr>
          <p:cNvSpPr txBox="1"/>
          <p:nvPr/>
        </p:nvSpPr>
        <p:spPr>
          <a:xfrm>
            <a:off x="2819371" y="2041105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6E8A96-2E39-0474-8947-24D0036F0092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DWP02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3C22D31B-D78F-495D-D790-40BC2A48546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1C4558D-673C-DB84-7E58-F1582CE190BE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D64D51F-EEE5-3C1E-5F95-75ADC8C48584}"/>
              </a:ext>
            </a:extLst>
          </p:cNvPr>
          <p:cNvSpPr txBox="1"/>
          <p:nvPr/>
        </p:nvSpPr>
        <p:spPr>
          <a:xfrm>
            <a:off x="11106918" y="2667160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435F7B4-C080-F09A-C17D-07D578BC9C30}"/>
              </a:ext>
            </a:extLst>
          </p:cNvPr>
          <p:cNvSpPr/>
          <p:nvPr/>
        </p:nvSpPr>
        <p:spPr>
          <a:xfrm>
            <a:off x="10461230" y="1438359"/>
            <a:ext cx="920208" cy="4090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DRSR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686047A-E407-9076-13C0-676548612B4D}"/>
              </a:ext>
            </a:extLst>
          </p:cNvPr>
          <p:cNvGrpSpPr/>
          <p:nvPr/>
        </p:nvGrpSpPr>
        <p:grpSpPr>
          <a:xfrm>
            <a:off x="4351232" y="1794165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1737E3C0-9A9F-BCC3-4219-E337370B1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1599329C-842B-045B-3D44-DB7CFD0F87B8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7FD90476-B45A-F110-CAE7-D2C3FDE121B8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45B2071A-EB87-145E-598E-32308B387E82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90C4CC17-5471-7C4A-808E-AB897DBF42F8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1414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MQLASCGI2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  <a:endParaRPr lang="es-ES"/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FE196849-98E1-D077-EAD8-0EEE2E9301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46595979-DB5F-CD16-CADA-1638BCA3E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3837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A8A6228F-9F23-E291-3C05-40FE8E6D3B6A}"/>
                </a:ext>
              </a:extLst>
            </p:cNvPr>
            <p:cNvSpPr txBox="1"/>
            <p:nvPr/>
          </p:nvSpPr>
          <p:spPr>
            <a:xfrm>
              <a:off x="6002488" y="3297512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2C89CD1-5CE1-ED65-7744-528015977644}"/>
              </a:ext>
            </a:extLst>
          </p:cNvPr>
          <p:cNvSpPr txBox="1"/>
          <p:nvPr/>
        </p:nvSpPr>
        <p:spPr>
          <a:xfrm>
            <a:off x="-159547" y="3673570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B468153-6306-2248-64EE-76904D278603}"/>
              </a:ext>
            </a:extLst>
          </p:cNvPr>
          <p:cNvSpPr txBox="1"/>
          <p:nvPr/>
        </p:nvSpPr>
        <p:spPr>
          <a:xfrm>
            <a:off x="-140770" y="1448231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F13EFA0-69FC-FCD9-82AF-0DD1417E5526}"/>
              </a:ext>
            </a:extLst>
          </p:cNvPr>
          <p:cNvSpPr txBox="1"/>
          <p:nvPr/>
        </p:nvSpPr>
        <p:spPr>
          <a:xfrm>
            <a:off x="2755870" y="4919771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7F58C7-BE82-C8D0-1E5B-D53A4E8300CB}"/>
              </a:ext>
            </a:extLst>
          </p:cNvPr>
          <p:cNvSpPr txBox="1"/>
          <p:nvPr/>
        </p:nvSpPr>
        <p:spPr>
          <a:xfrm>
            <a:off x="871510" y="6155541"/>
            <a:ext cx="481254" cy="25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rgbClr val="000000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9315EDA1-59B1-B906-9BF1-823C7B50FC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8694" y="2083014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54FFF387-49E9-7A97-DA1B-BE4EFDE7B4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795" y="1809874"/>
            <a:ext cx="691404" cy="416299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925B521D-EFE6-9CB6-30E4-07DFB4F54D4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1704" y="1393159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55887B3C-65B8-F81C-6429-E30A2AF74692}"/>
              </a:ext>
            </a:extLst>
          </p:cNvPr>
          <p:cNvGrpSpPr/>
          <p:nvPr/>
        </p:nvGrpSpPr>
        <p:grpSpPr>
          <a:xfrm>
            <a:off x="7147829" y="493864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60263CCF-FF5A-7D03-7C2B-67B596FE0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243F5976-D38A-0E8E-5A29-2A98B50EB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1B8185D-4D80-54AF-8203-85CBC471EBDD}"/>
              </a:ext>
            </a:extLst>
          </p:cNvPr>
          <p:cNvGrpSpPr/>
          <p:nvPr/>
        </p:nvGrpSpPr>
        <p:grpSpPr>
          <a:xfrm>
            <a:off x="4124403" y="491632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79A7307A-76EA-08AE-5675-DDD7052D3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BDC4AE56-B9CB-2137-FE9B-57686E93D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7" name="Flecha izquierda 12">
            <a:extLst>
              <a:ext uri="{FF2B5EF4-FFF2-40B4-BE49-F238E27FC236}">
                <a16:creationId xmlns:a16="http://schemas.microsoft.com/office/drawing/2014/main" id="{151564CC-FD20-5523-E39B-67F86D35312F}"/>
              </a:ext>
            </a:extLst>
          </p:cNvPr>
          <p:cNvSpPr/>
          <p:nvPr/>
        </p:nvSpPr>
        <p:spPr>
          <a:xfrm rot="10800000" flipH="1" flipV="1">
            <a:off x="6345910" y="3077397"/>
            <a:ext cx="3927621" cy="27138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bg1"/>
                </a:solidFill>
                <a:ea typeface="+mn-lt"/>
                <a:cs typeface="+mn-lt"/>
              </a:rPr>
              <a:t>SAN.WPI.B1.RESPONSE.WPIT03.TUG &lt;- SAN.WPI.B1.RESPONSE.WPIT03.TUG</a:t>
            </a:r>
          </a:p>
        </p:txBody>
      </p: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C732D36C-B3EB-9437-024C-4AE14EAB1E84}"/>
              </a:ext>
            </a:extLst>
          </p:cNvPr>
          <p:cNvSpPr/>
          <p:nvPr/>
        </p:nvSpPr>
        <p:spPr>
          <a:xfrm rot="9315829" flipH="1" flipV="1">
            <a:off x="2135808" y="4209164"/>
            <a:ext cx="2930169" cy="362533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LQ.DWP.CASH.SAN_DWP02_ZOS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15F9F7EB-4A02-3B5F-EC62-5F503ED4DD6E}"/>
              </a:ext>
            </a:extLst>
          </p:cNvPr>
          <p:cNvSpPr/>
          <p:nvPr/>
        </p:nvSpPr>
        <p:spPr>
          <a:xfrm rot="12185704" flipH="1" flipV="1">
            <a:off x="2347332" y="2573789"/>
            <a:ext cx="2701768" cy="324783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LQ.DWP.CASH.SAN_DWP02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14" name="CuadroTexto 35">
            <a:extLst>
              <a:ext uri="{FF2B5EF4-FFF2-40B4-BE49-F238E27FC236}">
                <a16:creationId xmlns:a16="http://schemas.microsoft.com/office/drawing/2014/main" id="{7BD99D46-7ECD-62C9-0473-919A868C79EF}"/>
              </a:ext>
            </a:extLst>
          </p:cNvPr>
          <p:cNvSpPr txBox="1"/>
          <p:nvPr/>
        </p:nvSpPr>
        <p:spPr>
          <a:xfrm>
            <a:off x="1679667" y="6003046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3" name="CuadroTexto 39">
            <a:hlinkClick r:id="rId23"/>
            <a:extLst>
              <a:ext uri="{FF2B5EF4-FFF2-40B4-BE49-F238E27FC236}">
                <a16:creationId xmlns:a16="http://schemas.microsoft.com/office/drawing/2014/main" id="{A4BC59C5-920B-076C-73E6-5D7CC0AB3B81}"/>
              </a:ext>
            </a:extLst>
          </p:cNvPr>
          <p:cNvSpPr txBox="1"/>
          <p:nvPr/>
        </p:nvSpPr>
        <p:spPr>
          <a:xfrm>
            <a:off x="3747495" y="6278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7" name="CuadroTexto 38">
            <a:extLst>
              <a:ext uri="{FF2B5EF4-FFF2-40B4-BE49-F238E27FC236}">
                <a16:creationId xmlns:a16="http://schemas.microsoft.com/office/drawing/2014/main" id="{EDC7D541-ACAB-7D23-E7D7-75F718D65E21}"/>
              </a:ext>
            </a:extLst>
          </p:cNvPr>
          <p:cNvSpPr txBox="1"/>
          <p:nvPr/>
        </p:nvSpPr>
        <p:spPr>
          <a:xfrm>
            <a:off x="8470470" y="628811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3" name="CuadroTexto 40">
            <a:extLst>
              <a:ext uri="{FF2B5EF4-FFF2-40B4-BE49-F238E27FC236}">
                <a16:creationId xmlns:a16="http://schemas.microsoft.com/office/drawing/2014/main" id="{42F26864-BFFF-3452-DDB9-9E609D28746B}"/>
              </a:ext>
            </a:extLst>
          </p:cNvPr>
          <p:cNvSpPr txBox="1"/>
          <p:nvPr/>
        </p:nvSpPr>
        <p:spPr>
          <a:xfrm>
            <a:off x="4439493" y="398286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5" name="CuadroTexto 36">
            <a:extLst>
              <a:ext uri="{FF2B5EF4-FFF2-40B4-BE49-F238E27FC236}">
                <a16:creationId xmlns:a16="http://schemas.microsoft.com/office/drawing/2014/main" id="{B0645BF5-BBBF-E98D-FAF7-510D0DA228F2}"/>
              </a:ext>
            </a:extLst>
          </p:cNvPr>
          <p:cNvSpPr txBox="1"/>
          <p:nvPr/>
        </p:nvSpPr>
        <p:spPr>
          <a:xfrm>
            <a:off x="1712644" y="345034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98FCE39-1297-28EC-66C7-EED648F3D750}"/>
              </a:ext>
            </a:extLst>
          </p:cNvPr>
          <p:cNvSpPr txBox="1"/>
          <p:nvPr/>
        </p:nvSpPr>
        <p:spPr>
          <a:xfrm>
            <a:off x="5574425" y="3976603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</p:spTree>
    <p:extLst>
      <p:ext uri="{BB962C8B-B14F-4D97-AF65-F5344CB8AC3E}">
        <p14:creationId xmlns:p14="http://schemas.microsoft.com/office/powerpoint/2010/main" val="180017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E725-D5EE-71EA-1AD9-6ED0AEC0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FB0D5DB6-AF4D-24DF-80B0-F1C01CAAD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1" y="1114060"/>
            <a:ext cx="6708852" cy="5659656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73EE7A10-B1AE-ADC5-AE7A-0BEE01BE4C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5D352CC7-DFE9-78FE-CC05-E829FB9D611A}"/>
              </a:ext>
            </a:extLst>
          </p:cNvPr>
          <p:cNvGrpSpPr/>
          <p:nvPr/>
        </p:nvGrpSpPr>
        <p:grpSpPr>
          <a:xfrm>
            <a:off x="27880" y="1825508"/>
            <a:ext cx="2735873" cy="2008488"/>
            <a:chOff x="10064850" y="1874640"/>
            <a:chExt cx="2735873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AAF1A924-656E-45A1-A113-BA4986B90B26}"/>
                </a:ext>
              </a:extLst>
            </p:cNvPr>
            <p:cNvGrpSpPr/>
            <p:nvPr/>
          </p:nvGrpSpPr>
          <p:grpSpPr>
            <a:xfrm>
              <a:off x="10064850" y="1878481"/>
              <a:ext cx="1761473" cy="1731982"/>
              <a:chOff x="9115727" y="2318530"/>
              <a:chExt cx="1761473" cy="1731982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1ECE12BB-B943-F389-02AC-10A6DD499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9815" y="2573675"/>
                <a:ext cx="1707385" cy="1476837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5EDAC8C3-BA5E-4076-FC84-B613ED08FE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727" y="2318530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FB0C48C2-1738-D9F0-F875-4E5F2E86B152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MQGRSCGI1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1414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MQGRSCGI2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  <a:endParaRPr lang="es-ES"/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7FC4F4D4-46F2-E12D-4C60-BF6FFF27B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86449A5C-7FC6-4F1E-7538-A595B68242E1}"/>
              </a:ext>
            </a:extLst>
          </p:cNvPr>
          <p:cNvGrpSpPr/>
          <p:nvPr/>
        </p:nvGrpSpPr>
        <p:grpSpPr>
          <a:xfrm>
            <a:off x="33494" y="4255596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B59A64E7-F24F-CBBB-4392-B96625C8C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EE7BB133-7112-CF95-C0B5-9EF87CD8BDCC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AAB1DEC8-D969-09EF-8E45-04A9C90F08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DC0C1B7D-68EA-E82C-5410-C2FA8AA2C179}"/>
                </a:ext>
              </a:extLst>
            </p:cNvPr>
            <p:cNvGrpSpPr/>
            <p:nvPr/>
          </p:nvGrpSpPr>
          <p:grpSpPr>
            <a:xfrm>
              <a:off x="10126031" y="3834421"/>
              <a:ext cx="1679560" cy="351309"/>
              <a:chOff x="10126031" y="3834421"/>
              <a:chExt cx="1679560" cy="351309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83F07559-1710-7153-F66A-CDCA60170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86BBA3B1-C36B-A873-4CFE-A54F27451C1B}"/>
                  </a:ext>
                </a:extLst>
              </p:cNvPr>
              <p:cNvSpPr txBox="1"/>
              <p:nvPr/>
            </p:nvSpPr>
            <p:spPr>
              <a:xfrm>
                <a:off x="10603788" y="383476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B455F294-8FEA-0BEE-CD46-1291AA5505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3801" y="531247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B4994114-D411-1A51-B12F-27C10BFBD206}"/>
              </a:ext>
            </a:extLst>
          </p:cNvPr>
          <p:cNvSpPr txBox="1"/>
          <p:nvPr/>
        </p:nvSpPr>
        <p:spPr>
          <a:xfrm>
            <a:off x="8236225" y="545153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D3C015C0-5205-790D-9F98-ADB30D7DD1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025" y="536718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A5BDDE71-25B8-4B2D-CCF5-F54C4430DDBE}"/>
              </a:ext>
            </a:extLst>
          </p:cNvPr>
          <p:cNvSpPr txBox="1"/>
          <p:nvPr/>
        </p:nvSpPr>
        <p:spPr>
          <a:xfrm>
            <a:off x="4147351" y="545112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D9EDB014-F47F-32BF-D613-5AD16B5ED17B}"/>
              </a:ext>
            </a:extLst>
          </p:cNvPr>
          <p:cNvSpPr/>
          <p:nvPr/>
        </p:nvSpPr>
        <p:spPr>
          <a:xfrm rot="10800000">
            <a:off x="5920954" y="594572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53CE5E4E-C7B1-00A0-78E6-53612B9550FE}"/>
              </a:ext>
            </a:extLst>
          </p:cNvPr>
          <p:cNvSpPr/>
          <p:nvPr/>
        </p:nvSpPr>
        <p:spPr>
          <a:xfrm>
            <a:off x="5943569" y="610633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ED21A367-0CCC-5167-CC83-FA92B2B44077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F607B236-A76C-622F-0931-1C80095253EF}"/>
              </a:ext>
            </a:extLst>
          </p:cNvPr>
          <p:cNvSpPr/>
          <p:nvPr/>
        </p:nvSpPr>
        <p:spPr>
          <a:xfrm rot="5400000">
            <a:off x="5107318" y="484922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C8023D6F-11B2-02FD-DEC0-35153847D055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4E64A7D2-D1D0-AD2E-282C-5125DD9166B7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688A4772-B342-D2D3-1054-694F1F125925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>
                <a:solidFill>
                  <a:srgbClr val="C00000"/>
                </a:solidFill>
                <a:latin typeface="Santander Headline"/>
              </a:rPr>
              <a:t>Cash Management 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CDE5F78F-2013-D897-4ABE-CA72EED1FD25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42C085AA-63CC-F97A-18F3-D66519A23E2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5C02543C-3837-5B1C-92FC-DDD676CFECD7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B4FCF81C-956A-8A11-16F7-D4F78D30BC4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0" y="1387465"/>
            <a:ext cx="466713" cy="438377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7C7F4AF6-15C0-86DD-F740-B006ACCBB7B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02" y="3904980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8129D5D1-80F1-23A0-4743-3A5C7F51C2A3}"/>
              </a:ext>
            </a:extLst>
          </p:cNvPr>
          <p:cNvGrpSpPr/>
          <p:nvPr/>
        </p:nvGrpSpPr>
        <p:grpSpPr>
          <a:xfrm>
            <a:off x="9661108" y="2079335"/>
            <a:ext cx="2404867" cy="2608849"/>
            <a:chOff x="1584358" y="1685724"/>
            <a:chExt cx="2377991" cy="2608849"/>
          </a:xfrm>
        </p:grpSpPr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144FE52C-44B1-48B2-13D2-DFAB0D59BAB3}"/>
                </a:ext>
              </a:extLst>
            </p:cNvPr>
            <p:cNvGrpSpPr/>
            <p:nvPr/>
          </p:nvGrpSpPr>
          <p:grpSpPr>
            <a:xfrm>
              <a:off x="1584358" y="2153780"/>
              <a:ext cx="954963" cy="2140793"/>
              <a:chOff x="116424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7A2F8CAD-EC36-A34E-FB07-670F80E51840}"/>
                  </a:ext>
                </a:extLst>
              </p:cNvPr>
              <p:cNvSpPr/>
              <p:nvPr/>
            </p:nvSpPr>
            <p:spPr>
              <a:xfrm>
                <a:off x="116424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5203077C-9E5C-1272-33D8-62B4F00406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73469" y="3845023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F35974D2-B3D7-A0D2-6FAD-E731C6CA7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1583E0E5-D989-42AD-409A-DC71C096F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011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8CC46AB6-739D-14A7-3AD9-10906A91745D}"/>
              </a:ext>
            </a:extLst>
          </p:cNvPr>
          <p:cNvSpPr txBox="1"/>
          <p:nvPr/>
        </p:nvSpPr>
        <p:spPr>
          <a:xfrm>
            <a:off x="2819371" y="2041105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F8D941-34AA-16DD-1053-69F1BE8C69F7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DWP02B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503005FD-75F7-645B-D141-681FE6A56BC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F7C6341-1048-9AC0-BEF6-F3F261620384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A57C656-EEAD-3E6D-4CE6-AF0866EB5E19}"/>
              </a:ext>
            </a:extLst>
          </p:cNvPr>
          <p:cNvSpPr txBox="1"/>
          <p:nvPr/>
        </p:nvSpPr>
        <p:spPr>
          <a:xfrm>
            <a:off x="11106918" y="2667160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DBC45B9-8F67-12D3-8484-27C14C21FED5}"/>
              </a:ext>
            </a:extLst>
          </p:cNvPr>
          <p:cNvSpPr/>
          <p:nvPr/>
        </p:nvSpPr>
        <p:spPr>
          <a:xfrm>
            <a:off x="10461230" y="1438359"/>
            <a:ext cx="920208" cy="4090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DRSR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89E3D4A-46A2-D944-AC4C-77DE092D086B}"/>
              </a:ext>
            </a:extLst>
          </p:cNvPr>
          <p:cNvGrpSpPr/>
          <p:nvPr/>
        </p:nvGrpSpPr>
        <p:grpSpPr>
          <a:xfrm>
            <a:off x="4351232" y="1794165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BFB737E0-8D87-0973-E1D5-6146A60DD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5693E143-AF23-9EE8-BB9C-F11BBD9FFB00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DB5B2274-94BF-7F31-AA78-6B203B938D56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990EB486-1E77-0A1A-FC66-8112ED544CBC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EEBF9E43-2609-B576-6C9F-463B0F3788D1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1414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MQLASCGI2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  <a:endParaRPr lang="es-ES"/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099FE76A-6C29-18AE-837B-40528AF14A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341B7E5F-173C-87FC-751C-F0E8604DB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3837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1FE91AED-A197-B04B-9D88-7849E9E90843}"/>
                </a:ext>
              </a:extLst>
            </p:cNvPr>
            <p:cNvSpPr txBox="1"/>
            <p:nvPr/>
          </p:nvSpPr>
          <p:spPr>
            <a:xfrm>
              <a:off x="6002488" y="3297512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47927EF-B331-39CD-C81A-136B32B32892}"/>
              </a:ext>
            </a:extLst>
          </p:cNvPr>
          <p:cNvSpPr txBox="1"/>
          <p:nvPr/>
        </p:nvSpPr>
        <p:spPr>
          <a:xfrm>
            <a:off x="-159547" y="3673570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2C8A39-9D09-5001-58B5-BD4772A8A045}"/>
              </a:ext>
            </a:extLst>
          </p:cNvPr>
          <p:cNvSpPr txBox="1"/>
          <p:nvPr/>
        </p:nvSpPr>
        <p:spPr>
          <a:xfrm>
            <a:off x="-140770" y="1448231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07F5289-0E69-3B21-D141-4729E88E1E17}"/>
              </a:ext>
            </a:extLst>
          </p:cNvPr>
          <p:cNvSpPr txBox="1"/>
          <p:nvPr/>
        </p:nvSpPr>
        <p:spPr>
          <a:xfrm>
            <a:off x="2755870" y="4919771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95C91B-150E-CFCD-390B-4CCDD211B924}"/>
              </a:ext>
            </a:extLst>
          </p:cNvPr>
          <p:cNvSpPr txBox="1"/>
          <p:nvPr/>
        </p:nvSpPr>
        <p:spPr>
          <a:xfrm>
            <a:off x="871510" y="6155541"/>
            <a:ext cx="481254" cy="25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rgbClr val="000000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30EA1DB3-102D-634A-E11D-47FD74F33C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8694" y="2083014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16FD6151-9B46-7957-F417-C7165132A6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795" y="1809874"/>
            <a:ext cx="691404" cy="416299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AF28E91E-BF6A-3224-C7A6-25CBAAA3A44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1704" y="1393159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A458CC15-6119-744A-E8D2-774FA549FEE4}"/>
              </a:ext>
            </a:extLst>
          </p:cNvPr>
          <p:cNvGrpSpPr/>
          <p:nvPr/>
        </p:nvGrpSpPr>
        <p:grpSpPr>
          <a:xfrm>
            <a:off x="7147829" y="493864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6CE45003-FE5E-49DF-5B60-265DF1C79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74A51ABE-907C-0EED-9C8A-6410DCC3F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196239D-E7B4-7BD9-0771-415DAA42E475}"/>
              </a:ext>
            </a:extLst>
          </p:cNvPr>
          <p:cNvGrpSpPr/>
          <p:nvPr/>
        </p:nvGrpSpPr>
        <p:grpSpPr>
          <a:xfrm>
            <a:off x="4124403" y="491632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E7E9BEA3-A7BD-95E9-DF08-21646FF1E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2B3DB808-D689-9C22-AAE3-052AD7759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9F67A64E-5AD8-A3B4-CCBC-C0611C65E5CD}"/>
              </a:ext>
            </a:extLst>
          </p:cNvPr>
          <p:cNvSpPr/>
          <p:nvPr/>
        </p:nvSpPr>
        <p:spPr>
          <a:xfrm rot="9315829" flipH="1" flipV="1">
            <a:off x="2090673" y="4281079"/>
            <a:ext cx="2905435" cy="224199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</a:t>
            </a:r>
            <a:r>
              <a:rPr lang="es-ES" sz="800">
                <a:ea typeface="+mn-lt"/>
                <a:cs typeface="+mn-lt"/>
              </a:rPr>
              <a:t>_DWP02B</a:t>
            </a:r>
            <a:r>
              <a:rPr lang="es-ES" sz="800"/>
              <a:t>_ZOS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DD1CB222-5AD3-339F-5245-5A285CB925E7}"/>
              </a:ext>
            </a:extLst>
          </p:cNvPr>
          <p:cNvSpPr/>
          <p:nvPr/>
        </p:nvSpPr>
        <p:spPr>
          <a:xfrm rot="12185704" flipH="1" flipV="1">
            <a:off x="2302099" y="2545827"/>
            <a:ext cx="2715128" cy="247923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</a:t>
            </a:r>
            <a:r>
              <a:rPr lang="es-ES" sz="800">
                <a:ea typeface="+mn-lt"/>
                <a:cs typeface="+mn-lt"/>
              </a:rPr>
              <a:t>_DWP02B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7" name="Flecha izquierda 12">
            <a:extLst>
              <a:ext uri="{FF2B5EF4-FFF2-40B4-BE49-F238E27FC236}">
                <a16:creationId xmlns:a16="http://schemas.microsoft.com/office/drawing/2014/main" id="{99F55A0B-AF37-F0BD-8301-9F9A48E07877}"/>
              </a:ext>
            </a:extLst>
          </p:cNvPr>
          <p:cNvSpPr/>
          <p:nvPr/>
        </p:nvSpPr>
        <p:spPr>
          <a:xfrm rot="10800000" flipH="1" flipV="1">
            <a:off x="6459030" y="3016208"/>
            <a:ext cx="3958557" cy="272193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bg1"/>
                </a:solidFill>
                <a:ea typeface="+mn-lt"/>
                <a:cs typeface="+mn-lt"/>
              </a:rPr>
              <a:t>SAN.WPI.B4.RESPONSE.WPIT03.TUG &lt;- SAN.WPI.B4.RESPONSE.WPIT03.TUG</a:t>
            </a:r>
          </a:p>
        </p:txBody>
      </p:sp>
      <p:sp>
        <p:nvSpPr>
          <p:cNvPr id="14" name="CuadroTexto 35">
            <a:extLst>
              <a:ext uri="{FF2B5EF4-FFF2-40B4-BE49-F238E27FC236}">
                <a16:creationId xmlns:a16="http://schemas.microsoft.com/office/drawing/2014/main" id="{7EBA271E-9247-4FC3-7858-91B321579CF4}"/>
              </a:ext>
            </a:extLst>
          </p:cNvPr>
          <p:cNvSpPr txBox="1"/>
          <p:nvPr/>
        </p:nvSpPr>
        <p:spPr>
          <a:xfrm>
            <a:off x="1679667" y="6003046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3" name="CuadroTexto 39">
            <a:hlinkClick r:id="rId23"/>
            <a:extLst>
              <a:ext uri="{FF2B5EF4-FFF2-40B4-BE49-F238E27FC236}">
                <a16:creationId xmlns:a16="http://schemas.microsoft.com/office/drawing/2014/main" id="{2F3749A6-86AC-E6F2-C196-625B5C7E5848}"/>
              </a:ext>
            </a:extLst>
          </p:cNvPr>
          <p:cNvSpPr txBox="1"/>
          <p:nvPr/>
        </p:nvSpPr>
        <p:spPr>
          <a:xfrm>
            <a:off x="3747495" y="6278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7" name="CuadroTexto 38">
            <a:extLst>
              <a:ext uri="{FF2B5EF4-FFF2-40B4-BE49-F238E27FC236}">
                <a16:creationId xmlns:a16="http://schemas.microsoft.com/office/drawing/2014/main" id="{E333C3CB-A261-B1EB-60F5-C5C8E12E66EE}"/>
              </a:ext>
            </a:extLst>
          </p:cNvPr>
          <p:cNvSpPr txBox="1"/>
          <p:nvPr/>
        </p:nvSpPr>
        <p:spPr>
          <a:xfrm>
            <a:off x="8470470" y="628811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3" name="CuadroTexto 40">
            <a:extLst>
              <a:ext uri="{FF2B5EF4-FFF2-40B4-BE49-F238E27FC236}">
                <a16:creationId xmlns:a16="http://schemas.microsoft.com/office/drawing/2014/main" id="{1DAF5FC9-61B5-0553-AA72-858427BC5FD0}"/>
              </a:ext>
            </a:extLst>
          </p:cNvPr>
          <p:cNvSpPr txBox="1"/>
          <p:nvPr/>
        </p:nvSpPr>
        <p:spPr>
          <a:xfrm>
            <a:off x="4439493" y="398286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5" name="CuadroTexto 36">
            <a:extLst>
              <a:ext uri="{FF2B5EF4-FFF2-40B4-BE49-F238E27FC236}">
                <a16:creationId xmlns:a16="http://schemas.microsoft.com/office/drawing/2014/main" id="{BE1799B2-D737-A9F6-5A56-5C5F7509AA0E}"/>
              </a:ext>
            </a:extLst>
          </p:cNvPr>
          <p:cNvSpPr txBox="1"/>
          <p:nvPr/>
        </p:nvSpPr>
        <p:spPr>
          <a:xfrm>
            <a:off x="1712644" y="345034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9CFF95C-223D-99F6-3842-82F2A62845DF}"/>
              </a:ext>
            </a:extLst>
          </p:cNvPr>
          <p:cNvSpPr txBox="1"/>
          <p:nvPr/>
        </p:nvSpPr>
        <p:spPr>
          <a:xfrm>
            <a:off x="5574425" y="3976603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</p:spTree>
    <p:extLst>
      <p:ext uri="{BB962C8B-B14F-4D97-AF65-F5344CB8AC3E}">
        <p14:creationId xmlns:p14="http://schemas.microsoft.com/office/powerpoint/2010/main" val="83587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DDC5-3164-BAD5-EB80-CB18DC52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F4A0BD6E-6BBB-ADE4-CCB8-EBAF81F76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1" y="1114060"/>
            <a:ext cx="6708852" cy="5659656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CC836E8D-A8F5-1496-659B-F10DB85A96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0C78CBE3-C99C-1030-75E1-AF429899EC6D}"/>
              </a:ext>
            </a:extLst>
          </p:cNvPr>
          <p:cNvGrpSpPr/>
          <p:nvPr/>
        </p:nvGrpSpPr>
        <p:grpSpPr>
          <a:xfrm>
            <a:off x="27880" y="1825508"/>
            <a:ext cx="2735873" cy="2008488"/>
            <a:chOff x="10064850" y="1874640"/>
            <a:chExt cx="2735873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87796B34-6CE2-F269-D208-098D16A907E8}"/>
                </a:ext>
              </a:extLst>
            </p:cNvPr>
            <p:cNvGrpSpPr/>
            <p:nvPr/>
          </p:nvGrpSpPr>
          <p:grpSpPr>
            <a:xfrm>
              <a:off x="10064850" y="1878481"/>
              <a:ext cx="1761473" cy="1731982"/>
              <a:chOff x="9115727" y="2318530"/>
              <a:chExt cx="1761473" cy="1731982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0CEB1B84-6140-1449-B04D-89ADFE6489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9815" y="2573675"/>
                <a:ext cx="1707385" cy="1476837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64A384CA-B0F1-7B75-D5FD-0D3C3E5560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727" y="2318530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CF001C33-5DB7-0921-C207-929A499DA88F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MQGRSCGI1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1414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MQGRSCGI2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  <a:endParaRPr lang="es-ES"/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0B67556A-A3A1-E8B4-C7A1-BCD1CEF3D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C69CF87A-9CE3-A006-14FB-C28A3A3A8FD7}"/>
              </a:ext>
            </a:extLst>
          </p:cNvPr>
          <p:cNvGrpSpPr/>
          <p:nvPr/>
        </p:nvGrpSpPr>
        <p:grpSpPr>
          <a:xfrm>
            <a:off x="33494" y="4255596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DD5DF948-6F9D-5A8D-47B2-D33657124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62CF5594-7A04-0879-9B46-4BC31501567F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1642C241-DDD8-ACF7-AA6C-C9B17CDD08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2D1C43C6-1248-260A-8370-58A915F25F0D}"/>
                </a:ext>
              </a:extLst>
            </p:cNvPr>
            <p:cNvGrpSpPr/>
            <p:nvPr/>
          </p:nvGrpSpPr>
          <p:grpSpPr>
            <a:xfrm>
              <a:off x="10126031" y="3834421"/>
              <a:ext cx="1679560" cy="351309"/>
              <a:chOff x="10126031" y="3834421"/>
              <a:chExt cx="1679560" cy="351309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8D6ED36E-976E-C4A4-F77B-A1B75C4B3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8A97BF78-5D2E-483A-784D-B5B703F4DEC6}"/>
                  </a:ext>
                </a:extLst>
              </p:cNvPr>
              <p:cNvSpPr txBox="1"/>
              <p:nvPr/>
            </p:nvSpPr>
            <p:spPr>
              <a:xfrm>
                <a:off x="10603788" y="383476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8FBC9937-3E7F-9CF5-EF43-042F24AE32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3801" y="531247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0747086F-A76C-A1FD-B693-6CE31D04B23B}"/>
              </a:ext>
            </a:extLst>
          </p:cNvPr>
          <p:cNvSpPr txBox="1"/>
          <p:nvPr/>
        </p:nvSpPr>
        <p:spPr>
          <a:xfrm>
            <a:off x="8236225" y="545153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C30D1B26-2B10-6EEF-43FE-FFF855C4E4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025" y="536718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79F27066-09A8-7963-EC61-FCFB7B62F9FE}"/>
              </a:ext>
            </a:extLst>
          </p:cNvPr>
          <p:cNvSpPr txBox="1"/>
          <p:nvPr/>
        </p:nvSpPr>
        <p:spPr>
          <a:xfrm>
            <a:off x="4147351" y="545112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62295DFA-86D9-1797-EE19-1955E7D0F3CF}"/>
              </a:ext>
            </a:extLst>
          </p:cNvPr>
          <p:cNvSpPr/>
          <p:nvPr/>
        </p:nvSpPr>
        <p:spPr>
          <a:xfrm rot="10800000">
            <a:off x="5920954" y="594572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B795D989-223B-54A7-3A2E-A42295F573F6}"/>
              </a:ext>
            </a:extLst>
          </p:cNvPr>
          <p:cNvSpPr/>
          <p:nvPr/>
        </p:nvSpPr>
        <p:spPr>
          <a:xfrm>
            <a:off x="5943569" y="610633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32A08094-D050-751B-61F1-4AF2317711E8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41E9607B-90D4-4D28-FF9C-8B0234ABAA1A}"/>
              </a:ext>
            </a:extLst>
          </p:cNvPr>
          <p:cNvSpPr/>
          <p:nvPr/>
        </p:nvSpPr>
        <p:spPr>
          <a:xfrm rot="5400000">
            <a:off x="5107318" y="484922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33E8CF0E-1DB7-2938-6F12-2CA2E8A66047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BF666D6C-0106-F7D5-E70F-87989176ADCE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59206C92-8653-2AC9-9D0A-865A7768D5DF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>
                <a:solidFill>
                  <a:srgbClr val="C00000"/>
                </a:solidFill>
                <a:latin typeface="Santander Headline"/>
              </a:rPr>
              <a:t>Cash Management 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2DCEADD8-E54F-E8E6-36C2-37E901E61FC4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5DA14ABE-BDCA-89FF-6D6E-7285283F85A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B9391206-C229-3998-5E16-6C23355022F1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B37188CC-004D-A1AA-C96F-951C22ABCF6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0" y="1387465"/>
            <a:ext cx="466713" cy="438377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94C63C06-8A56-1048-A20B-C80771A68BA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02" y="3904980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296B42B6-DEED-B580-53A8-AA2DCD08FAB3}"/>
              </a:ext>
            </a:extLst>
          </p:cNvPr>
          <p:cNvGrpSpPr/>
          <p:nvPr/>
        </p:nvGrpSpPr>
        <p:grpSpPr>
          <a:xfrm>
            <a:off x="9661108" y="2079335"/>
            <a:ext cx="2404867" cy="2608849"/>
            <a:chOff x="1584358" y="1685724"/>
            <a:chExt cx="2377991" cy="2608849"/>
          </a:xfrm>
        </p:grpSpPr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DDFC13A8-600D-A586-26E4-915440A7A893}"/>
                </a:ext>
              </a:extLst>
            </p:cNvPr>
            <p:cNvGrpSpPr/>
            <p:nvPr/>
          </p:nvGrpSpPr>
          <p:grpSpPr>
            <a:xfrm>
              <a:off x="1584358" y="2153780"/>
              <a:ext cx="954963" cy="2140793"/>
              <a:chOff x="116424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B8E8BE27-97F2-B91D-5F3A-520E3A41789E}"/>
                  </a:ext>
                </a:extLst>
              </p:cNvPr>
              <p:cNvSpPr/>
              <p:nvPr/>
            </p:nvSpPr>
            <p:spPr>
              <a:xfrm>
                <a:off x="116424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246B154B-7682-2541-DE82-89C585A2FA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73469" y="3845023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104DBB9A-33BE-AE08-9CDA-A74B85558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F91C7EF2-7302-8DF1-E88B-4A1497848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011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50B7AE61-4CDA-BE61-41E1-706D6B74A289}"/>
              </a:ext>
            </a:extLst>
          </p:cNvPr>
          <p:cNvSpPr txBox="1"/>
          <p:nvPr/>
        </p:nvSpPr>
        <p:spPr>
          <a:xfrm>
            <a:off x="2819371" y="2041105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31A87D-B7CD-AA36-A187-93DD2DB2F2BC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DWP02C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C837AE91-D75E-E090-6084-1D511CF56B8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5BFB3A91-1A47-8FE7-C8F5-816C325BF679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8FB152-65E0-F60A-943F-87FDD940E399}"/>
              </a:ext>
            </a:extLst>
          </p:cNvPr>
          <p:cNvSpPr txBox="1"/>
          <p:nvPr/>
        </p:nvSpPr>
        <p:spPr>
          <a:xfrm>
            <a:off x="11106918" y="2667160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9EA37CA-30FD-0F48-4F09-604DE8EDE726}"/>
              </a:ext>
            </a:extLst>
          </p:cNvPr>
          <p:cNvSpPr/>
          <p:nvPr/>
        </p:nvSpPr>
        <p:spPr>
          <a:xfrm>
            <a:off x="10461230" y="1438359"/>
            <a:ext cx="920208" cy="4090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DRSR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2D80DA3E-FF1A-18E1-A862-97B00B3A37BE}"/>
              </a:ext>
            </a:extLst>
          </p:cNvPr>
          <p:cNvGrpSpPr/>
          <p:nvPr/>
        </p:nvGrpSpPr>
        <p:grpSpPr>
          <a:xfrm>
            <a:off x="4351232" y="1794165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CD7C4854-B1AB-3605-D3AF-EE4489F9D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5E57DD55-6CF8-0A8D-01AC-5F50F720EDF8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F8114FDE-9B4C-5EAE-C6DE-2CE749858AE2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9E09B5AE-421F-F842-9B24-1C9E8CA437C4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1CCCEF2C-D642-231E-ECCE-F22E3AB84B94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1414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MQLASCGI2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  <a:endParaRPr lang="es-ES"/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CD9909FF-ABFC-325A-7C2A-9797975E59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3E6829BC-8794-BF70-9DCB-47D805F79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3837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60EF2026-6353-F7D1-23D4-47A2A4945887}"/>
                </a:ext>
              </a:extLst>
            </p:cNvPr>
            <p:cNvSpPr txBox="1"/>
            <p:nvPr/>
          </p:nvSpPr>
          <p:spPr>
            <a:xfrm>
              <a:off x="6002488" y="3297512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B0569D6-4236-199D-F576-CA99101218DF}"/>
              </a:ext>
            </a:extLst>
          </p:cNvPr>
          <p:cNvSpPr txBox="1"/>
          <p:nvPr/>
        </p:nvSpPr>
        <p:spPr>
          <a:xfrm>
            <a:off x="-159547" y="3673570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DFC2A96-934D-DBB1-1DD6-7FC82C95E4D8}"/>
              </a:ext>
            </a:extLst>
          </p:cNvPr>
          <p:cNvSpPr txBox="1"/>
          <p:nvPr/>
        </p:nvSpPr>
        <p:spPr>
          <a:xfrm>
            <a:off x="-140770" y="1448231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A794E5F-9AB3-C91C-4F2A-73D0DA951D9B}"/>
              </a:ext>
            </a:extLst>
          </p:cNvPr>
          <p:cNvSpPr txBox="1"/>
          <p:nvPr/>
        </p:nvSpPr>
        <p:spPr>
          <a:xfrm>
            <a:off x="2755870" y="4919771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C56F47-67E4-B489-66C8-A3E925F74FF4}"/>
              </a:ext>
            </a:extLst>
          </p:cNvPr>
          <p:cNvSpPr txBox="1"/>
          <p:nvPr/>
        </p:nvSpPr>
        <p:spPr>
          <a:xfrm>
            <a:off x="871510" y="6155541"/>
            <a:ext cx="481254" cy="25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rgbClr val="000000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EE2D0F90-9A5F-EAF0-481A-0D7E39C5D63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8694" y="2083014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AFADF27D-B4A8-E827-F028-FCD17A39A37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795" y="1809874"/>
            <a:ext cx="691404" cy="416299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8F6FECE9-6B99-61B0-C327-38ACD95F2D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1704" y="1393159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10A33C14-6F4D-DCA9-6FD0-170547CC2A62}"/>
              </a:ext>
            </a:extLst>
          </p:cNvPr>
          <p:cNvGrpSpPr/>
          <p:nvPr/>
        </p:nvGrpSpPr>
        <p:grpSpPr>
          <a:xfrm>
            <a:off x="7147829" y="493864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3C498D2E-8E41-2E3C-8F62-BD67B749C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A1A37F6F-DD3B-AFA8-8917-6FDD46119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35692784-36CD-D53B-0C36-FA71D5645947}"/>
              </a:ext>
            </a:extLst>
          </p:cNvPr>
          <p:cNvGrpSpPr/>
          <p:nvPr/>
        </p:nvGrpSpPr>
        <p:grpSpPr>
          <a:xfrm>
            <a:off x="4124403" y="491632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1372E288-A0D3-4F23-3666-8526154E0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9D59BEDB-63D0-9405-CF72-8361AA3D5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B3E25D2E-7647-0AA2-339B-0B3CFDA53EF2}"/>
              </a:ext>
            </a:extLst>
          </p:cNvPr>
          <p:cNvSpPr/>
          <p:nvPr/>
        </p:nvSpPr>
        <p:spPr>
          <a:xfrm rot="9315829" flipH="1" flipV="1">
            <a:off x="2157416" y="4216050"/>
            <a:ext cx="2989636" cy="332589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LQ.DWP.CASH.SAN_DWP02C_ZOS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6D7C6E64-0BE2-939D-5C4B-EA5913977358}"/>
              </a:ext>
            </a:extLst>
          </p:cNvPr>
          <p:cNvSpPr/>
          <p:nvPr/>
        </p:nvSpPr>
        <p:spPr>
          <a:xfrm rot="12185704" flipH="1" flipV="1">
            <a:off x="2437080" y="2714758"/>
            <a:ext cx="2847157" cy="26909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LQ.DWP.CASH.SAN_DWP02C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14" name="CuadroTexto 35">
            <a:extLst>
              <a:ext uri="{FF2B5EF4-FFF2-40B4-BE49-F238E27FC236}">
                <a16:creationId xmlns:a16="http://schemas.microsoft.com/office/drawing/2014/main" id="{5567D105-C87C-EA19-28CC-12CCB7E22D78}"/>
              </a:ext>
            </a:extLst>
          </p:cNvPr>
          <p:cNvSpPr txBox="1"/>
          <p:nvPr/>
        </p:nvSpPr>
        <p:spPr>
          <a:xfrm>
            <a:off x="1679667" y="6003046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3" name="CuadroTexto 39">
            <a:hlinkClick r:id="rId23"/>
            <a:extLst>
              <a:ext uri="{FF2B5EF4-FFF2-40B4-BE49-F238E27FC236}">
                <a16:creationId xmlns:a16="http://schemas.microsoft.com/office/drawing/2014/main" id="{A7B4A9A9-45FB-6659-CDF8-099D5BADAB03}"/>
              </a:ext>
            </a:extLst>
          </p:cNvPr>
          <p:cNvSpPr txBox="1"/>
          <p:nvPr/>
        </p:nvSpPr>
        <p:spPr>
          <a:xfrm>
            <a:off x="3747495" y="6278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7" name="CuadroTexto 38">
            <a:extLst>
              <a:ext uri="{FF2B5EF4-FFF2-40B4-BE49-F238E27FC236}">
                <a16:creationId xmlns:a16="http://schemas.microsoft.com/office/drawing/2014/main" id="{ED8F936C-F150-EB5C-A7D0-C6F8FF65B9BB}"/>
              </a:ext>
            </a:extLst>
          </p:cNvPr>
          <p:cNvSpPr txBox="1"/>
          <p:nvPr/>
        </p:nvSpPr>
        <p:spPr>
          <a:xfrm>
            <a:off x="8470470" y="628811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3" name="CuadroTexto 40">
            <a:extLst>
              <a:ext uri="{FF2B5EF4-FFF2-40B4-BE49-F238E27FC236}">
                <a16:creationId xmlns:a16="http://schemas.microsoft.com/office/drawing/2014/main" id="{1BE7E51A-2366-6DFB-B726-5D61A5D7898B}"/>
              </a:ext>
            </a:extLst>
          </p:cNvPr>
          <p:cNvSpPr txBox="1"/>
          <p:nvPr/>
        </p:nvSpPr>
        <p:spPr>
          <a:xfrm>
            <a:off x="4439493" y="398286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5" name="CuadroTexto 36">
            <a:extLst>
              <a:ext uri="{FF2B5EF4-FFF2-40B4-BE49-F238E27FC236}">
                <a16:creationId xmlns:a16="http://schemas.microsoft.com/office/drawing/2014/main" id="{3340058B-7795-8532-1E73-01A7220ED547}"/>
              </a:ext>
            </a:extLst>
          </p:cNvPr>
          <p:cNvSpPr txBox="1"/>
          <p:nvPr/>
        </p:nvSpPr>
        <p:spPr>
          <a:xfrm>
            <a:off x="1712644" y="345034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65E3082-A6E6-9E47-5599-4B2DB0734040}"/>
              </a:ext>
            </a:extLst>
          </p:cNvPr>
          <p:cNvSpPr txBox="1"/>
          <p:nvPr/>
        </p:nvSpPr>
        <p:spPr>
          <a:xfrm>
            <a:off x="5574425" y="3976603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2" name="Flecha izquierda 12">
            <a:extLst>
              <a:ext uri="{FF2B5EF4-FFF2-40B4-BE49-F238E27FC236}">
                <a16:creationId xmlns:a16="http://schemas.microsoft.com/office/drawing/2014/main" id="{A9D6F4D5-B558-8E3C-7C6E-1E9048F54B43}"/>
              </a:ext>
            </a:extLst>
          </p:cNvPr>
          <p:cNvSpPr/>
          <p:nvPr/>
        </p:nvSpPr>
        <p:spPr>
          <a:xfrm rot="10800000" flipH="1" flipV="1">
            <a:off x="6390991" y="3168626"/>
            <a:ext cx="3945718" cy="286593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bg1"/>
                </a:solidFill>
                <a:ea typeface="+mn-lt"/>
                <a:cs typeface="+mn-lt"/>
              </a:rPr>
              <a:t>SAN.WPI.B1.RESPONSE.WPIT04.TUG&lt;- SAN.WPI.B1.RESPONSE.WPIT04.TUG</a:t>
            </a:r>
          </a:p>
        </p:txBody>
      </p:sp>
    </p:spTree>
    <p:extLst>
      <p:ext uri="{BB962C8B-B14F-4D97-AF65-F5344CB8AC3E}">
        <p14:creationId xmlns:p14="http://schemas.microsoft.com/office/powerpoint/2010/main" val="15170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8EC4-02CA-D8CC-3257-8C820251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070A6407-ADB5-5413-4A5C-B836787C8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1" y="1114060"/>
            <a:ext cx="6708852" cy="5659656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8D703270-F5AB-AB1E-72FB-8117B5DF75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5F384C12-D150-76D0-3011-9CCDD48DD1E9}"/>
              </a:ext>
            </a:extLst>
          </p:cNvPr>
          <p:cNvGrpSpPr/>
          <p:nvPr/>
        </p:nvGrpSpPr>
        <p:grpSpPr>
          <a:xfrm>
            <a:off x="27880" y="1825508"/>
            <a:ext cx="2735873" cy="2008488"/>
            <a:chOff x="10064850" y="1874640"/>
            <a:chExt cx="2735873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216AAEE2-7161-DE8D-9346-934189604F9B}"/>
                </a:ext>
              </a:extLst>
            </p:cNvPr>
            <p:cNvGrpSpPr/>
            <p:nvPr/>
          </p:nvGrpSpPr>
          <p:grpSpPr>
            <a:xfrm>
              <a:off x="10064850" y="1878481"/>
              <a:ext cx="1761473" cy="1731982"/>
              <a:chOff x="9115727" y="2318530"/>
              <a:chExt cx="1761473" cy="1731982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86A45150-3AE2-6602-254F-603E32D92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9815" y="2573675"/>
                <a:ext cx="1707385" cy="1476837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7F143640-BA69-8DD3-0F82-F1CD651965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727" y="2318530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A046BB27-E94A-4399-ADA7-61ADA82A136C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MQGRSCGI1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1414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MQGRSCGI2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  <a:endParaRPr lang="es-ES"/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C2BC1475-C721-4FD2-FA3E-BF03B60E10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7D58D688-4B51-00D7-4049-B7D46AD67B8C}"/>
              </a:ext>
            </a:extLst>
          </p:cNvPr>
          <p:cNvGrpSpPr/>
          <p:nvPr/>
        </p:nvGrpSpPr>
        <p:grpSpPr>
          <a:xfrm>
            <a:off x="33494" y="4255596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ADF4CD0A-2A72-883C-589E-F7CA629E2A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8E1D93EE-9591-5A4A-E66E-60646D3914E8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A336536E-A271-76F6-B20A-F0EF2900D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6432951A-3D6C-B71A-B1B0-1E45BB423753}"/>
                </a:ext>
              </a:extLst>
            </p:cNvPr>
            <p:cNvGrpSpPr/>
            <p:nvPr/>
          </p:nvGrpSpPr>
          <p:grpSpPr>
            <a:xfrm>
              <a:off x="10126031" y="3834421"/>
              <a:ext cx="1679560" cy="351309"/>
              <a:chOff x="10126031" y="3834421"/>
              <a:chExt cx="1679560" cy="351309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17152DA1-FB57-086D-0EF7-5B1191768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A9661279-BF12-9CED-93DE-8E806D2B6557}"/>
                  </a:ext>
                </a:extLst>
              </p:cNvPr>
              <p:cNvSpPr txBox="1"/>
              <p:nvPr/>
            </p:nvSpPr>
            <p:spPr>
              <a:xfrm>
                <a:off x="10603788" y="383476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78FFCEF3-F76B-A39B-5310-E427B8950C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3801" y="531247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917682A2-1EFE-3029-1589-6BC2627087EC}"/>
              </a:ext>
            </a:extLst>
          </p:cNvPr>
          <p:cNvSpPr txBox="1"/>
          <p:nvPr/>
        </p:nvSpPr>
        <p:spPr>
          <a:xfrm>
            <a:off x="8236225" y="545153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1B4EE76B-2739-3B90-8B8F-D997F73B52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025" y="536718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152AA657-4F69-03C0-DB40-913E84DD8A1C}"/>
              </a:ext>
            </a:extLst>
          </p:cNvPr>
          <p:cNvSpPr txBox="1"/>
          <p:nvPr/>
        </p:nvSpPr>
        <p:spPr>
          <a:xfrm>
            <a:off x="4147351" y="545112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0BC7AE74-B86F-013B-D061-E7E4BDA1A569}"/>
              </a:ext>
            </a:extLst>
          </p:cNvPr>
          <p:cNvSpPr/>
          <p:nvPr/>
        </p:nvSpPr>
        <p:spPr>
          <a:xfrm rot="10800000">
            <a:off x="5920954" y="594572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B23AA001-197B-52BE-D2FA-59B174B65071}"/>
              </a:ext>
            </a:extLst>
          </p:cNvPr>
          <p:cNvSpPr/>
          <p:nvPr/>
        </p:nvSpPr>
        <p:spPr>
          <a:xfrm>
            <a:off x="5943569" y="610633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B323B7A0-85A1-04CF-C3FA-6356B03576BF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E6671B25-E484-8AC3-1338-B6652B50117F}"/>
              </a:ext>
            </a:extLst>
          </p:cNvPr>
          <p:cNvSpPr/>
          <p:nvPr/>
        </p:nvSpPr>
        <p:spPr>
          <a:xfrm rot="5400000">
            <a:off x="5107318" y="484922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974E82D7-04FE-BDB4-038B-CC7AC4CD05FE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C8C42284-881E-6F59-E95B-C957160E4E6F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0A630FA9-F968-327C-3EED-4C3E2796D201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>
                <a:solidFill>
                  <a:srgbClr val="C00000"/>
                </a:solidFill>
                <a:latin typeface="Santander Headline"/>
              </a:rPr>
              <a:t>Cash Management 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BBA472FC-756B-3FF4-7B53-F0B13BBFFF77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0114DDAD-99DB-0443-4CA0-A1E9DE137CA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FAD64720-B6EF-3960-7BAD-3C4F4A386235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934C7029-5CE5-8276-960A-87665546BEC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0" y="1387465"/>
            <a:ext cx="466713" cy="438377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33292E30-AA95-15F0-1D3A-E393161E544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02" y="3904980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29B650E9-EAE7-9724-4B6F-39A343469F5C}"/>
              </a:ext>
            </a:extLst>
          </p:cNvPr>
          <p:cNvGrpSpPr/>
          <p:nvPr/>
        </p:nvGrpSpPr>
        <p:grpSpPr>
          <a:xfrm>
            <a:off x="9661108" y="2079335"/>
            <a:ext cx="2404867" cy="2608849"/>
            <a:chOff x="1584358" y="1685724"/>
            <a:chExt cx="2377991" cy="2608849"/>
          </a:xfrm>
        </p:grpSpPr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98900A14-4032-E3D3-FDDA-0A5E853F0E2F}"/>
                </a:ext>
              </a:extLst>
            </p:cNvPr>
            <p:cNvGrpSpPr/>
            <p:nvPr/>
          </p:nvGrpSpPr>
          <p:grpSpPr>
            <a:xfrm>
              <a:off x="1584358" y="2153780"/>
              <a:ext cx="954963" cy="2140793"/>
              <a:chOff x="116424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98A5F3CA-FD7E-8415-D38E-87E8C09B92BB}"/>
                  </a:ext>
                </a:extLst>
              </p:cNvPr>
              <p:cNvSpPr/>
              <p:nvPr/>
            </p:nvSpPr>
            <p:spPr>
              <a:xfrm>
                <a:off x="116424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65885C6F-F301-7E47-06DA-5537B43EA3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73469" y="3845023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9BAE8761-7E3F-E009-4D7C-7C6DF4E21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7278D01B-615C-E135-6BE2-875E6E143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011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1FE14D50-1085-9495-DB2C-5ADB67A66481}"/>
              </a:ext>
            </a:extLst>
          </p:cNvPr>
          <p:cNvSpPr txBox="1"/>
          <p:nvPr/>
        </p:nvSpPr>
        <p:spPr>
          <a:xfrm>
            <a:off x="2819371" y="2041105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7B7D7BE-AA12-B996-0CCC-3905686F97AF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DWP02D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31A1D1CE-AE62-FA12-2C63-BA3772C34AE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1729C3A-D1CD-0652-3091-E3CAB80A672F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07E1BD-1E22-63F9-4E43-3E19F42E1EE8}"/>
              </a:ext>
            </a:extLst>
          </p:cNvPr>
          <p:cNvSpPr txBox="1"/>
          <p:nvPr/>
        </p:nvSpPr>
        <p:spPr>
          <a:xfrm>
            <a:off x="11106918" y="2667160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78F592B-BE4C-7508-A3EF-215F5A0F6DF9}"/>
              </a:ext>
            </a:extLst>
          </p:cNvPr>
          <p:cNvSpPr/>
          <p:nvPr/>
        </p:nvSpPr>
        <p:spPr>
          <a:xfrm>
            <a:off x="10461230" y="1438359"/>
            <a:ext cx="920208" cy="4090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DRSR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06DA61F-29AD-175C-6C6C-D953065BBB1C}"/>
              </a:ext>
            </a:extLst>
          </p:cNvPr>
          <p:cNvGrpSpPr/>
          <p:nvPr/>
        </p:nvGrpSpPr>
        <p:grpSpPr>
          <a:xfrm>
            <a:off x="4351232" y="1794165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0E69BCEA-64CD-6AE2-F7B2-3F4077DB7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51CD714D-3966-85B9-C631-82AEAF840B51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D25B5A6A-246D-46AF-AE33-A0D29CD059A8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CB8943CC-1E6D-CF8D-6149-80A1724A190F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A3474E73-CE1F-7E73-DADA-537F752F0BD9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1414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MQLASCGI2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  <a:endParaRPr lang="es-ES"/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C2A28CBD-7B05-FC2F-966B-7DC03779BA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0D3501DC-8EC5-1E24-D0B3-536E29FEB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3837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DACFA33C-263F-24FA-BD53-109B4910FC0E}"/>
                </a:ext>
              </a:extLst>
            </p:cNvPr>
            <p:cNvSpPr txBox="1"/>
            <p:nvPr/>
          </p:nvSpPr>
          <p:spPr>
            <a:xfrm>
              <a:off x="6002488" y="3297512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902F0CD-1A67-221B-0AAA-084DEA4E62F9}"/>
              </a:ext>
            </a:extLst>
          </p:cNvPr>
          <p:cNvSpPr txBox="1"/>
          <p:nvPr/>
        </p:nvSpPr>
        <p:spPr>
          <a:xfrm>
            <a:off x="-159547" y="3673570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B9E02CE-75DF-8B20-FB65-CF76B1080804}"/>
              </a:ext>
            </a:extLst>
          </p:cNvPr>
          <p:cNvSpPr txBox="1"/>
          <p:nvPr/>
        </p:nvSpPr>
        <p:spPr>
          <a:xfrm>
            <a:off x="-140770" y="1448231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A41D881-D7A4-D241-B5DB-B66D3463E48F}"/>
              </a:ext>
            </a:extLst>
          </p:cNvPr>
          <p:cNvSpPr txBox="1"/>
          <p:nvPr/>
        </p:nvSpPr>
        <p:spPr>
          <a:xfrm>
            <a:off x="2755870" y="4919771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PKXM</a:t>
            </a:r>
            <a:endParaRPr lang="es-ES" sz="8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93958C-9F87-3658-76EA-1F36AB48EAE1}"/>
              </a:ext>
            </a:extLst>
          </p:cNvPr>
          <p:cNvSpPr txBox="1"/>
          <p:nvPr/>
        </p:nvSpPr>
        <p:spPr>
          <a:xfrm>
            <a:off x="871510" y="6155541"/>
            <a:ext cx="481254" cy="25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rgbClr val="000000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F5F188C6-68B4-5648-F5D5-FC13C6A788C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8694" y="2083014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D833085F-1AC4-A48E-7EE6-EC92E6A3DE0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795" y="1809874"/>
            <a:ext cx="691404" cy="416299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AD782076-AD9A-0AB3-E593-F4AC99DF6E7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1704" y="1393159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4AC3CA14-DA64-72F0-DB2A-F9A6CDEDE3D3}"/>
              </a:ext>
            </a:extLst>
          </p:cNvPr>
          <p:cNvGrpSpPr/>
          <p:nvPr/>
        </p:nvGrpSpPr>
        <p:grpSpPr>
          <a:xfrm>
            <a:off x="7147829" y="493864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8A53B599-AC1D-C209-1D9D-3C75D2401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0F1FA96E-7185-2513-367D-A486AAB3A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C335EAB-EECA-5D36-B5FF-0E82D980D3F2}"/>
              </a:ext>
            </a:extLst>
          </p:cNvPr>
          <p:cNvGrpSpPr/>
          <p:nvPr/>
        </p:nvGrpSpPr>
        <p:grpSpPr>
          <a:xfrm>
            <a:off x="4124403" y="491632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B768CB7E-0C75-3A57-722E-350D5E783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B94F0E35-E342-3AA8-B6A7-AD1E63021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F713EB33-2E9E-DC0B-F925-1D9A9D6F4B52}"/>
              </a:ext>
            </a:extLst>
          </p:cNvPr>
          <p:cNvSpPr/>
          <p:nvPr/>
        </p:nvSpPr>
        <p:spPr>
          <a:xfrm rot="9315829" flipH="1" flipV="1">
            <a:off x="2229591" y="4275505"/>
            <a:ext cx="2513386" cy="226756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LQ.DWP.CASH.SAN_ZOS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D07A0347-4C8E-D1F7-DB59-9ADFCD60D53C}"/>
              </a:ext>
            </a:extLst>
          </p:cNvPr>
          <p:cNvSpPr/>
          <p:nvPr/>
        </p:nvSpPr>
        <p:spPr>
          <a:xfrm rot="12185704" flipH="1" flipV="1">
            <a:off x="2460268" y="2644380"/>
            <a:ext cx="2332218" cy="249832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LQ.DWP.CASH.SAN &lt;- LQ.DWP.CASH.SAN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14" name="CuadroTexto 35">
            <a:extLst>
              <a:ext uri="{FF2B5EF4-FFF2-40B4-BE49-F238E27FC236}">
                <a16:creationId xmlns:a16="http://schemas.microsoft.com/office/drawing/2014/main" id="{A24847B3-C340-09D5-0B9B-88DE6C7F7E9C}"/>
              </a:ext>
            </a:extLst>
          </p:cNvPr>
          <p:cNvSpPr txBox="1"/>
          <p:nvPr/>
        </p:nvSpPr>
        <p:spPr>
          <a:xfrm>
            <a:off x="1679667" y="6003046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3" name="CuadroTexto 39">
            <a:hlinkClick r:id="rId23"/>
            <a:extLst>
              <a:ext uri="{FF2B5EF4-FFF2-40B4-BE49-F238E27FC236}">
                <a16:creationId xmlns:a16="http://schemas.microsoft.com/office/drawing/2014/main" id="{49A8997E-8BAB-6FE9-5923-68DD47B12F01}"/>
              </a:ext>
            </a:extLst>
          </p:cNvPr>
          <p:cNvSpPr txBox="1"/>
          <p:nvPr/>
        </p:nvSpPr>
        <p:spPr>
          <a:xfrm>
            <a:off x="3747495" y="6278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3" name="CuadroTexto 40">
            <a:extLst>
              <a:ext uri="{FF2B5EF4-FFF2-40B4-BE49-F238E27FC236}">
                <a16:creationId xmlns:a16="http://schemas.microsoft.com/office/drawing/2014/main" id="{9C51EEC6-7F21-00B8-43BF-4D246E23D0CF}"/>
              </a:ext>
            </a:extLst>
          </p:cNvPr>
          <p:cNvSpPr txBox="1"/>
          <p:nvPr/>
        </p:nvSpPr>
        <p:spPr>
          <a:xfrm>
            <a:off x="4439493" y="398286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5" name="CuadroTexto 36">
            <a:extLst>
              <a:ext uri="{FF2B5EF4-FFF2-40B4-BE49-F238E27FC236}">
                <a16:creationId xmlns:a16="http://schemas.microsoft.com/office/drawing/2014/main" id="{11349B72-4097-B53D-C294-C790D8A6CC9F}"/>
              </a:ext>
            </a:extLst>
          </p:cNvPr>
          <p:cNvSpPr txBox="1"/>
          <p:nvPr/>
        </p:nvSpPr>
        <p:spPr>
          <a:xfrm>
            <a:off x="1712644" y="345034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381B480-C478-2253-C4EF-794E376AD020}"/>
              </a:ext>
            </a:extLst>
          </p:cNvPr>
          <p:cNvSpPr txBox="1"/>
          <p:nvPr/>
        </p:nvSpPr>
        <p:spPr>
          <a:xfrm>
            <a:off x="5574425" y="3976603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1" name="Flecha izquierda 12">
            <a:extLst>
              <a:ext uri="{FF2B5EF4-FFF2-40B4-BE49-F238E27FC236}">
                <a16:creationId xmlns:a16="http://schemas.microsoft.com/office/drawing/2014/main" id="{BB87C9F8-0DE7-32B8-4E9D-F2BEA2410CCD}"/>
              </a:ext>
            </a:extLst>
          </p:cNvPr>
          <p:cNvSpPr/>
          <p:nvPr/>
        </p:nvSpPr>
        <p:spPr>
          <a:xfrm rot="10800000" flipH="1" flipV="1">
            <a:off x="6397328" y="3121781"/>
            <a:ext cx="3858276" cy="286594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solidFill>
                  <a:schemeClr val="bg1"/>
                </a:solidFill>
                <a:ea typeface="+mn-lt"/>
                <a:cs typeface="+mn-lt"/>
              </a:rPr>
              <a:t>SAN.WPI.B4.RESPONSE.WPIT04.TUG &lt;- SAN.WPI.B4.RESPONSE.WPIT04.TUG</a:t>
            </a:r>
          </a:p>
        </p:txBody>
      </p:sp>
    </p:spTree>
    <p:extLst>
      <p:ext uri="{BB962C8B-B14F-4D97-AF65-F5344CB8AC3E}">
        <p14:creationId xmlns:p14="http://schemas.microsoft.com/office/powerpoint/2010/main" val="41116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FC35-4836-DBCC-9049-0D2C254F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28">
            <a:extLst>
              <a:ext uri="{FF2B5EF4-FFF2-40B4-BE49-F238E27FC236}">
                <a16:creationId xmlns:a16="http://schemas.microsoft.com/office/drawing/2014/main" id="{ADEED881-BFCE-B061-3CD2-E7CA6C1EC23B}"/>
              </a:ext>
            </a:extLst>
          </p:cNvPr>
          <p:cNvSpPr/>
          <p:nvPr/>
        </p:nvSpPr>
        <p:spPr>
          <a:xfrm>
            <a:off x="230625" y="1581716"/>
            <a:ext cx="8392407" cy="5014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OBHENMIC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229" name="Group 129">
            <a:extLst>
              <a:ext uri="{FF2B5EF4-FFF2-40B4-BE49-F238E27FC236}">
                <a16:creationId xmlns:a16="http://schemas.microsoft.com/office/drawing/2014/main" id="{1616094B-310C-CE33-98BC-2ABDF8E7FC3D}"/>
              </a:ext>
            </a:extLst>
          </p:cNvPr>
          <p:cNvGrpSpPr/>
          <p:nvPr/>
        </p:nvGrpSpPr>
        <p:grpSpPr>
          <a:xfrm>
            <a:off x="222142" y="1611308"/>
            <a:ext cx="1098530" cy="664463"/>
            <a:chOff x="996968" y="1879739"/>
            <a:chExt cx="576000" cy="540000"/>
          </a:xfrm>
        </p:grpSpPr>
        <p:cxnSp>
          <p:nvCxnSpPr>
            <p:cNvPr id="239" name="Straight Connector 210">
              <a:extLst>
                <a:ext uri="{FF2B5EF4-FFF2-40B4-BE49-F238E27FC236}">
                  <a16:creationId xmlns:a16="http://schemas.microsoft.com/office/drawing/2014/main" id="{4BC5E2E8-32AC-A75F-D324-9399B11E8770}"/>
                </a:ext>
              </a:extLst>
            </p:cNvPr>
            <p:cNvCxnSpPr/>
            <p:nvPr/>
          </p:nvCxnSpPr>
          <p:spPr>
            <a:xfrm>
              <a:off x="1005332" y="187973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11">
              <a:extLst>
                <a:ext uri="{FF2B5EF4-FFF2-40B4-BE49-F238E27FC236}">
                  <a16:creationId xmlns:a16="http://schemas.microsoft.com/office/drawing/2014/main" id="{A30FA4B8-281E-EAD2-ECFB-8FE80882E71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968" y="1603185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152">
            <a:extLst>
              <a:ext uri="{FF2B5EF4-FFF2-40B4-BE49-F238E27FC236}">
                <a16:creationId xmlns:a16="http://schemas.microsoft.com/office/drawing/2014/main" id="{C68A63D2-0939-37CA-058A-D3C65ECE32A9}"/>
              </a:ext>
            </a:extLst>
          </p:cNvPr>
          <p:cNvGrpSpPr/>
          <p:nvPr/>
        </p:nvGrpSpPr>
        <p:grpSpPr>
          <a:xfrm rot="5400000">
            <a:off x="7763486" y="1410532"/>
            <a:ext cx="708761" cy="1029876"/>
            <a:chOff x="996696" y="1879694"/>
            <a:chExt cx="576000" cy="540002"/>
          </a:xfrm>
        </p:grpSpPr>
        <p:cxnSp>
          <p:nvCxnSpPr>
            <p:cNvPr id="237" name="Straight Connector 208">
              <a:extLst>
                <a:ext uri="{FF2B5EF4-FFF2-40B4-BE49-F238E27FC236}">
                  <a16:creationId xmlns:a16="http://schemas.microsoft.com/office/drawing/2014/main" id="{5AFF5C40-503C-414D-82B4-B4E8BE29EE7E}"/>
                </a:ext>
              </a:extLst>
            </p:cNvPr>
            <p:cNvCxnSpPr/>
            <p:nvPr/>
          </p:nvCxnSpPr>
          <p:spPr>
            <a:xfrm>
              <a:off x="1005332" y="1879696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09">
              <a:extLst>
                <a:ext uri="{FF2B5EF4-FFF2-40B4-BE49-F238E27FC236}">
                  <a16:creationId xmlns:a16="http://schemas.microsoft.com/office/drawing/2014/main" id="{063BE6CD-2FA2-17E1-867A-2CED56DF88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696" y="159169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02">
            <a:extLst>
              <a:ext uri="{FF2B5EF4-FFF2-40B4-BE49-F238E27FC236}">
                <a16:creationId xmlns:a16="http://schemas.microsoft.com/office/drawing/2014/main" id="{89FFCC7C-EF9E-60BC-6522-BFBBF8C4D2E3}"/>
              </a:ext>
            </a:extLst>
          </p:cNvPr>
          <p:cNvGrpSpPr/>
          <p:nvPr/>
        </p:nvGrpSpPr>
        <p:grpSpPr>
          <a:xfrm rot="16200000">
            <a:off x="381034" y="5784871"/>
            <a:ext cx="708761" cy="1029872"/>
            <a:chOff x="1169162" y="1882999"/>
            <a:chExt cx="576000" cy="540000"/>
          </a:xfrm>
        </p:grpSpPr>
        <p:cxnSp>
          <p:nvCxnSpPr>
            <p:cNvPr id="235" name="Straight Connector 206">
              <a:extLst>
                <a:ext uri="{FF2B5EF4-FFF2-40B4-BE49-F238E27FC236}">
                  <a16:creationId xmlns:a16="http://schemas.microsoft.com/office/drawing/2014/main" id="{4F2D3278-B3F4-3416-8951-F028BDD8707A}"/>
                </a:ext>
              </a:extLst>
            </p:cNvPr>
            <p:cNvCxnSpPr/>
            <p:nvPr/>
          </p:nvCxnSpPr>
          <p:spPr>
            <a:xfrm>
              <a:off x="1183462" y="188299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07">
              <a:extLst>
                <a:ext uri="{FF2B5EF4-FFF2-40B4-BE49-F238E27FC236}">
                  <a16:creationId xmlns:a16="http://schemas.microsoft.com/office/drawing/2014/main" id="{C847D921-F1DA-911C-7B94-112522A8B57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57162" y="160318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03">
            <a:extLst>
              <a:ext uri="{FF2B5EF4-FFF2-40B4-BE49-F238E27FC236}">
                <a16:creationId xmlns:a16="http://schemas.microsoft.com/office/drawing/2014/main" id="{50E93E6F-34BE-418C-4F2C-0D370E13D5D3}"/>
              </a:ext>
            </a:extLst>
          </p:cNvPr>
          <p:cNvGrpSpPr/>
          <p:nvPr/>
        </p:nvGrpSpPr>
        <p:grpSpPr>
          <a:xfrm rot="10800000">
            <a:off x="7534275" y="5989724"/>
            <a:ext cx="1098530" cy="664463"/>
            <a:chOff x="986280" y="2069312"/>
            <a:chExt cx="576000" cy="540000"/>
          </a:xfrm>
        </p:grpSpPr>
        <p:cxnSp>
          <p:nvCxnSpPr>
            <p:cNvPr id="233" name="Straight Connector 204">
              <a:extLst>
                <a:ext uri="{FF2B5EF4-FFF2-40B4-BE49-F238E27FC236}">
                  <a16:creationId xmlns:a16="http://schemas.microsoft.com/office/drawing/2014/main" id="{299F8003-08AD-BEE4-047C-DE427F443F5D}"/>
                </a:ext>
              </a:extLst>
            </p:cNvPr>
            <p:cNvCxnSpPr/>
            <p:nvPr/>
          </p:nvCxnSpPr>
          <p:spPr>
            <a:xfrm>
              <a:off x="991402" y="2069312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05">
              <a:extLst>
                <a:ext uri="{FF2B5EF4-FFF2-40B4-BE49-F238E27FC236}">
                  <a16:creationId xmlns:a16="http://schemas.microsoft.com/office/drawing/2014/main" id="{228FF186-C27F-911C-C7DE-137C3727D47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74280" y="178131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Marcador de número de diapositiva 2">
            <a:extLst>
              <a:ext uri="{FF2B5EF4-FFF2-40B4-BE49-F238E27FC236}">
                <a16:creationId xmlns:a16="http://schemas.microsoft.com/office/drawing/2014/main" id="{31487F67-DD46-2CFC-90AD-762D0F76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95" y="6437996"/>
            <a:ext cx="35256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E6DDC60B-79B1-CE03-BB3A-BC013CF70E31}"/>
              </a:ext>
            </a:extLst>
          </p:cNvPr>
          <p:cNvSpPr/>
          <p:nvPr/>
        </p:nvSpPr>
        <p:spPr>
          <a:xfrm>
            <a:off x="0" y="673566"/>
            <a:ext cx="12192000" cy="870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C38C571D-ECC9-D25E-9FE7-5B2E24750333}"/>
              </a:ext>
            </a:extLst>
          </p:cNvPr>
          <p:cNvSpPr/>
          <p:nvPr/>
        </p:nvSpPr>
        <p:spPr>
          <a:xfrm>
            <a:off x="739096" y="453855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4" name="Marcador de texto 3">
            <a:extLst>
              <a:ext uri="{FF2B5EF4-FFF2-40B4-BE49-F238E27FC236}">
                <a16:creationId xmlns:a16="http://schemas.microsoft.com/office/drawing/2014/main" id="{0C4BD91F-CB0F-05EB-A783-ACC2F29134D7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5F6B7149-887B-14B9-B928-9BC5E6352412}"/>
              </a:ext>
            </a:extLst>
          </p:cNvPr>
          <p:cNvSpPr/>
          <p:nvPr/>
        </p:nvSpPr>
        <p:spPr>
          <a:xfrm>
            <a:off x="1381336" y="88724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Santander Headline"/>
              </a:rPr>
              <a:t>New accounts  verification–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Diagrama</a:t>
            </a:r>
            <a:r>
              <a:rPr lang="en-US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Integración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A7EA7CD-E387-ED6F-B746-FC45457B83BD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5A752B6D-FE47-784A-1E1E-C4C779D1C9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grpSp>
        <p:nvGrpSpPr>
          <p:cNvPr id="241" name="Group 246">
            <a:extLst>
              <a:ext uri="{FF2B5EF4-FFF2-40B4-BE49-F238E27FC236}">
                <a16:creationId xmlns:a16="http://schemas.microsoft.com/office/drawing/2014/main" id="{5E7F1F0E-E86D-331C-F877-01F99B6CB6A3}"/>
              </a:ext>
            </a:extLst>
          </p:cNvPr>
          <p:cNvGrpSpPr/>
          <p:nvPr/>
        </p:nvGrpSpPr>
        <p:grpSpPr>
          <a:xfrm>
            <a:off x="9090561" y="1685005"/>
            <a:ext cx="2767471" cy="271403"/>
            <a:chOff x="1762778" y="2834291"/>
            <a:chExt cx="9589994" cy="187258"/>
          </a:xfrm>
        </p:grpSpPr>
        <p:cxnSp>
          <p:nvCxnSpPr>
            <p:cNvPr id="242" name="Straight Connector 247">
              <a:extLst>
                <a:ext uri="{FF2B5EF4-FFF2-40B4-BE49-F238E27FC236}">
                  <a16:creationId xmlns:a16="http://schemas.microsoft.com/office/drawing/2014/main" id="{725DB291-0CA5-3E7A-E3A0-B8B2F696FDBC}"/>
                </a:ext>
              </a:extLst>
            </p:cNvPr>
            <p:cNvCxnSpPr>
              <a:cxnSpLocks/>
            </p:cNvCxnSpPr>
            <p:nvPr/>
          </p:nvCxnSpPr>
          <p:spPr>
            <a:xfrm>
              <a:off x="1762778" y="2928402"/>
              <a:ext cx="9589994" cy="735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ectangle 248">
              <a:extLst>
                <a:ext uri="{FF2B5EF4-FFF2-40B4-BE49-F238E27FC236}">
                  <a16:creationId xmlns:a16="http://schemas.microsoft.com/office/drawing/2014/main" id="{0E034D3D-AECC-69EE-B502-433F9A922E36}"/>
                </a:ext>
              </a:extLst>
            </p:cNvPr>
            <p:cNvSpPr/>
            <p:nvPr/>
          </p:nvSpPr>
          <p:spPr>
            <a:xfrm>
              <a:off x="3990424" y="2834291"/>
              <a:ext cx="5134698" cy="187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Main features</a:t>
              </a:r>
            </a:p>
          </p:txBody>
        </p:sp>
      </p:grpSp>
      <p:sp>
        <p:nvSpPr>
          <p:cNvPr id="244" name="Rectángulo 10">
            <a:extLst>
              <a:ext uri="{FF2B5EF4-FFF2-40B4-BE49-F238E27FC236}">
                <a16:creationId xmlns:a16="http://schemas.microsoft.com/office/drawing/2014/main" id="{8A5B9374-84BB-C598-D05D-7E2A2332328B}"/>
              </a:ext>
            </a:extLst>
          </p:cNvPr>
          <p:cNvSpPr/>
          <p:nvPr/>
        </p:nvSpPr>
        <p:spPr>
          <a:xfrm>
            <a:off x="8933047" y="2080751"/>
            <a:ext cx="2887807" cy="40626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lang="en-US" sz="1400" b="1" u="sng">
                <a:solidFill>
                  <a:prstClr val="black"/>
                </a:solidFill>
                <a:latin typeface="Santander Text"/>
              </a:rPr>
              <a:t>Contraction</a:t>
            </a:r>
            <a:r>
              <a:rPr lang="en-US" sz="1400" b="1" u="sng">
                <a:solidFill>
                  <a:prstClr val="black"/>
                </a:solidFill>
              </a:rPr>
              <a:t> TAX 13</a:t>
            </a:r>
            <a:r>
              <a:rPr lang="en-US" sz="1400">
                <a:solidFill>
                  <a:prstClr val="black"/>
                </a:solidFill>
              </a:rPr>
              <a:t> </a:t>
            </a:r>
            <a:endParaRPr lang="es-ES">
              <a:solidFill>
                <a:prstClr val="black"/>
              </a:solidFill>
              <a:latin typeface="Santander Text"/>
            </a:endParaRPr>
          </a:p>
          <a:p>
            <a:pPr algn="ctr"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The client opens a Securities 749 005 contract in SEB through the DWP OPENING application.</a:t>
            </a:r>
            <a:r>
              <a:rPr lang="en-US" sz="1200">
                <a:solidFill>
                  <a:prstClr val="black"/>
                </a:solidFill>
              </a:rPr>
              <a:t> </a:t>
            </a:r>
            <a:endParaRPr lang="es-ES">
              <a:solidFill>
                <a:prstClr val="black"/>
              </a:solidFill>
            </a:endParaRPr>
          </a:p>
          <a:p>
            <a:pPr marL="171450" indent="-171450">
              <a:buFont typeface="Arial"/>
              <a:buChar char="•"/>
              <a:defRPr/>
            </a:pPr>
            <a:endParaRPr lang="en-US" sz="1200">
              <a:solidFill>
                <a:prstClr val="black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  <a:cs typeface="Arial"/>
              </a:rPr>
              <a:t>The SEB user sends a FAX to DWP with this new contract.</a:t>
            </a:r>
            <a:endParaRPr lang="en-US" sz="1200">
              <a:solidFill>
                <a:srgbClr val="000000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  <a:cs typeface="Arial"/>
              </a:rPr>
              <a:t>Connect via MQ Series with SEBDWP creates </a:t>
            </a:r>
            <a:r>
              <a:rPr lang="en" sz="1200">
                <a:solidFill>
                  <a:srgbClr val="1F1F1F"/>
                </a:solidFill>
                <a:latin typeface="Santander Text"/>
              </a:rPr>
              <a:t>a contract in your system. For this and through the TAX13 software with the objective of validating:</a:t>
            </a:r>
            <a:endParaRPr lang="en-US" sz="1200">
              <a:solidFill>
                <a:srgbClr val="000000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Existence of contract 749</a:t>
            </a: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Existence of associated checking account</a:t>
            </a: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en" sz="1200" err="1">
                <a:solidFill>
                  <a:srgbClr val="1F1F1F"/>
                </a:solidFill>
                <a:latin typeface="Santander Text"/>
              </a:rPr>
              <a:t>Phisical</a:t>
            </a:r>
            <a:r>
              <a:rPr lang="en" sz="1200">
                <a:solidFill>
                  <a:srgbClr val="1F1F1F"/>
                </a:solidFill>
                <a:latin typeface="Santander Text"/>
              </a:rPr>
              <a:t> person verification.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  <a:latin typeface="Santander Text"/>
            </a:endParaRPr>
          </a:p>
          <a:p>
            <a:pPr>
              <a:defRPr/>
            </a:pPr>
            <a:endParaRPr lang="en-US" sz="1600">
              <a:solidFill>
                <a:prstClr val="black"/>
              </a:solidFill>
            </a:endParaRPr>
          </a:p>
          <a:p>
            <a:pPr marL="171450" marR="0" lvl="0" indent="-171450" algn="just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1C2A6198-82E3-6EA4-6191-AE5723466784}"/>
              </a:ext>
            </a:extLst>
          </p:cNvPr>
          <p:cNvSpPr/>
          <p:nvPr/>
        </p:nvSpPr>
        <p:spPr>
          <a:xfrm>
            <a:off x="2754341" y="1934460"/>
            <a:ext cx="2954649" cy="325709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176" name="Group 248">
            <a:extLst>
              <a:ext uri="{FF2B5EF4-FFF2-40B4-BE49-F238E27FC236}">
                <a16:creationId xmlns:a16="http://schemas.microsoft.com/office/drawing/2014/main" id="{ECD43640-0343-F906-FC64-BED34008763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814" y="2359445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77" name="Freeform 249">
              <a:extLst>
                <a:ext uri="{FF2B5EF4-FFF2-40B4-BE49-F238E27FC236}">
                  <a16:creationId xmlns:a16="http://schemas.microsoft.com/office/drawing/2014/main" id="{598DCDFD-30C2-4860-2069-9BF7047A38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8" name="Freeform 250">
              <a:extLst>
                <a:ext uri="{FF2B5EF4-FFF2-40B4-BE49-F238E27FC236}">
                  <a16:creationId xmlns:a16="http://schemas.microsoft.com/office/drawing/2014/main" id="{C995FBFF-E42B-0832-213D-1A38F7495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9" name="Oval 251">
              <a:extLst>
                <a:ext uri="{FF2B5EF4-FFF2-40B4-BE49-F238E27FC236}">
                  <a16:creationId xmlns:a16="http://schemas.microsoft.com/office/drawing/2014/main" id="{0224E9EE-26C5-0A6B-2709-2D10E9E00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0" name="Oval 252">
              <a:extLst>
                <a:ext uri="{FF2B5EF4-FFF2-40B4-BE49-F238E27FC236}">
                  <a16:creationId xmlns:a16="http://schemas.microsoft.com/office/drawing/2014/main" id="{ABE323CE-9F5A-33C0-AB63-9ECE8A73C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1" name="Oval 253">
              <a:extLst>
                <a:ext uri="{FF2B5EF4-FFF2-40B4-BE49-F238E27FC236}">
                  <a16:creationId xmlns:a16="http://schemas.microsoft.com/office/drawing/2014/main" id="{E1E1227C-8238-53DB-3FB6-7E6BBDFB2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2" name="Freeform 254">
              <a:extLst>
                <a:ext uri="{FF2B5EF4-FFF2-40B4-BE49-F238E27FC236}">
                  <a16:creationId xmlns:a16="http://schemas.microsoft.com/office/drawing/2014/main" id="{967A1C20-35C7-040B-89DB-5630508350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3" name="Freeform 255">
              <a:extLst>
                <a:ext uri="{FF2B5EF4-FFF2-40B4-BE49-F238E27FC236}">
                  <a16:creationId xmlns:a16="http://schemas.microsoft.com/office/drawing/2014/main" id="{E9F771EE-CF14-829B-E73E-0A536A30C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4" name="Oval 256">
              <a:extLst>
                <a:ext uri="{FF2B5EF4-FFF2-40B4-BE49-F238E27FC236}">
                  <a16:creationId xmlns:a16="http://schemas.microsoft.com/office/drawing/2014/main" id="{15C29B27-CF24-927E-21E3-68FBC2A41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5" name="Oval 257">
              <a:extLst>
                <a:ext uri="{FF2B5EF4-FFF2-40B4-BE49-F238E27FC236}">
                  <a16:creationId xmlns:a16="http://schemas.microsoft.com/office/drawing/2014/main" id="{E9BF51A2-A028-8643-EB5F-5A21383A6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6" name="Oval 258">
              <a:extLst>
                <a:ext uri="{FF2B5EF4-FFF2-40B4-BE49-F238E27FC236}">
                  <a16:creationId xmlns:a16="http://schemas.microsoft.com/office/drawing/2014/main" id="{F0969212-AEA6-D34C-8BF2-CE816F835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7" name="Freeform 259">
              <a:extLst>
                <a:ext uri="{FF2B5EF4-FFF2-40B4-BE49-F238E27FC236}">
                  <a16:creationId xmlns:a16="http://schemas.microsoft.com/office/drawing/2014/main" id="{B1F7B6BB-8601-DF37-CDD6-88FD1F9349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8" name="Freeform 260">
              <a:extLst>
                <a:ext uri="{FF2B5EF4-FFF2-40B4-BE49-F238E27FC236}">
                  <a16:creationId xmlns:a16="http://schemas.microsoft.com/office/drawing/2014/main" id="{DDA06D1E-2313-5334-4BB3-F40ABEEA4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9" name="Oval 261">
              <a:extLst>
                <a:ext uri="{FF2B5EF4-FFF2-40B4-BE49-F238E27FC236}">
                  <a16:creationId xmlns:a16="http://schemas.microsoft.com/office/drawing/2014/main" id="{DCED1124-4F5D-13D7-D841-F0F6B4D2E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0" name="Oval 262">
              <a:extLst>
                <a:ext uri="{FF2B5EF4-FFF2-40B4-BE49-F238E27FC236}">
                  <a16:creationId xmlns:a16="http://schemas.microsoft.com/office/drawing/2014/main" id="{94ABB564-CFE2-2C19-9E4D-392255820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1" name="Oval 263">
              <a:extLst>
                <a:ext uri="{FF2B5EF4-FFF2-40B4-BE49-F238E27FC236}">
                  <a16:creationId xmlns:a16="http://schemas.microsoft.com/office/drawing/2014/main" id="{09CF943A-E539-CD35-857A-F2240A281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2" name="Freeform 264">
              <a:extLst>
                <a:ext uri="{FF2B5EF4-FFF2-40B4-BE49-F238E27FC236}">
                  <a16:creationId xmlns:a16="http://schemas.microsoft.com/office/drawing/2014/main" id="{BDDE3D2C-DCD9-F71B-9157-CE9FA1BFDB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050F5C85-4049-FCBB-7DC9-49DE1BA907A5}"/>
              </a:ext>
            </a:extLst>
          </p:cNvPr>
          <p:cNvSpPr txBox="1"/>
          <p:nvPr/>
        </p:nvSpPr>
        <p:spPr>
          <a:xfrm>
            <a:off x="276793" y="1997862"/>
            <a:ext cx="1410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Mainframe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365299CF-1FC0-722E-D5D1-6F8A41A2F66D}"/>
              </a:ext>
            </a:extLst>
          </p:cNvPr>
          <p:cNvCxnSpPr>
            <a:cxnSpLocks/>
          </p:cNvCxnSpPr>
          <p:nvPr/>
        </p:nvCxnSpPr>
        <p:spPr>
          <a:xfrm flipH="1" flipV="1">
            <a:off x="1279469" y="2769755"/>
            <a:ext cx="2526371" cy="68128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30724AC-B6D5-9D59-DBAF-28019DA45779}"/>
              </a:ext>
            </a:extLst>
          </p:cNvPr>
          <p:cNvCxnSpPr>
            <a:cxnSpLocks/>
          </p:cNvCxnSpPr>
          <p:nvPr/>
        </p:nvCxnSpPr>
        <p:spPr>
          <a:xfrm flipH="1">
            <a:off x="4780515" y="3553462"/>
            <a:ext cx="28224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248">
            <a:extLst>
              <a:ext uri="{FF2B5EF4-FFF2-40B4-BE49-F238E27FC236}">
                <a16:creationId xmlns:a16="http://schemas.microsoft.com/office/drawing/2014/main" id="{96F73465-3429-8F6C-DB31-E8B0487921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91867" y="3126171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97" name="Freeform 249">
              <a:extLst>
                <a:ext uri="{FF2B5EF4-FFF2-40B4-BE49-F238E27FC236}">
                  <a16:creationId xmlns:a16="http://schemas.microsoft.com/office/drawing/2014/main" id="{1683BD2A-8A12-C7D4-2008-B4D29135D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8" name="Freeform 250">
              <a:extLst>
                <a:ext uri="{FF2B5EF4-FFF2-40B4-BE49-F238E27FC236}">
                  <a16:creationId xmlns:a16="http://schemas.microsoft.com/office/drawing/2014/main" id="{47C0C6A6-E00C-B3ED-2CD4-B5D18AE35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9" name="Oval 251">
              <a:extLst>
                <a:ext uri="{FF2B5EF4-FFF2-40B4-BE49-F238E27FC236}">
                  <a16:creationId xmlns:a16="http://schemas.microsoft.com/office/drawing/2014/main" id="{FA6E0176-8D17-C5B3-4643-FFA2BFE14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0" name="Oval 252">
              <a:extLst>
                <a:ext uri="{FF2B5EF4-FFF2-40B4-BE49-F238E27FC236}">
                  <a16:creationId xmlns:a16="http://schemas.microsoft.com/office/drawing/2014/main" id="{46798AB9-96C0-1598-9BD5-5FA045E83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1" name="Oval 253">
              <a:extLst>
                <a:ext uri="{FF2B5EF4-FFF2-40B4-BE49-F238E27FC236}">
                  <a16:creationId xmlns:a16="http://schemas.microsoft.com/office/drawing/2014/main" id="{F37BEBD6-985C-424B-40E3-3046767B2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2" name="Freeform 254">
              <a:extLst>
                <a:ext uri="{FF2B5EF4-FFF2-40B4-BE49-F238E27FC236}">
                  <a16:creationId xmlns:a16="http://schemas.microsoft.com/office/drawing/2014/main" id="{DCF195A5-44E8-DAAE-B703-8444CD2A78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3" name="Freeform 255">
              <a:extLst>
                <a:ext uri="{FF2B5EF4-FFF2-40B4-BE49-F238E27FC236}">
                  <a16:creationId xmlns:a16="http://schemas.microsoft.com/office/drawing/2014/main" id="{E4F8F15B-AADB-D09D-3B49-B8E969BC1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4" name="Oval 256">
              <a:extLst>
                <a:ext uri="{FF2B5EF4-FFF2-40B4-BE49-F238E27FC236}">
                  <a16:creationId xmlns:a16="http://schemas.microsoft.com/office/drawing/2014/main" id="{3378AEC2-FFCB-D7CA-88F5-21AB87817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5" name="Oval 257">
              <a:extLst>
                <a:ext uri="{FF2B5EF4-FFF2-40B4-BE49-F238E27FC236}">
                  <a16:creationId xmlns:a16="http://schemas.microsoft.com/office/drawing/2014/main" id="{BEECC3D8-872F-C6C0-F71C-A59061343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7" name="Oval 258">
              <a:extLst>
                <a:ext uri="{FF2B5EF4-FFF2-40B4-BE49-F238E27FC236}">
                  <a16:creationId xmlns:a16="http://schemas.microsoft.com/office/drawing/2014/main" id="{C1B28C99-D45B-23DD-ED2C-F1152C4E5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8" name="Freeform 259">
              <a:extLst>
                <a:ext uri="{FF2B5EF4-FFF2-40B4-BE49-F238E27FC236}">
                  <a16:creationId xmlns:a16="http://schemas.microsoft.com/office/drawing/2014/main" id="{28CB8D0E-0E5A-CE7D-A1F9-A577796F53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9" name="Freeform 260">
              <a:extLst>
                <a:ext uri="{FF2B5EF4-FFF2-40B4-BE49-F238E27FC236}">
                  <a16:creationId xmlns:a16="http://schemas.microsoft.com/office/drawing/2014/main" id="{87AB3368-4ACB-BF21-9640-77184D716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0" name="Oval 261">
              <a:extLst>
                <a:ext uri="{FF2B5EF4-FFF2-40B4-BE49-F238E27FC236}">
                  <a16:creationId xmlns:a16="http://schemas.microsoft.com/office/drawing/2014/main" id="{D1EC7055-A852-17D4-67B0-3BE2CEE06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1" name="Oval 262">
              <a:extLst>
                <a:ext uri="{FF2B5EF4-FFF2-40B4-BE49-F238E27FC236}">
                  <a16:creationId xmlns:a16="http://schemas.microsoft.com/office/drawing/2014/main" id="{62617A84-17AE-98C5-FD99-E5C73AC85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2" name="Oval 263">
              <a:extLst>
                <a:ext uri="{FF2B5EF4-FFF2-40B4-BE49-F238E27FC236}">
                  <a16:creationId xmlns:a16="http://schemas.microsoft.com/office/drawing/2014/main" id="{CD399334-E9E6-D29C-5F01-BB07FA0C3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3" name="Freeform 264">
              <a:extLst>
                <a:ext uri="{FF2B5EF4-FFF2-40B4-BE49-F238E27FC236}">
                  <a16:creationId xmlns:a16="http://schemas.microsoft.com/office/drawing/2014/main" id="{F61D7B93-F121-775C-1F96-501BAFF64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grpSp>
        <p:nvGrpSpPr>
          <p:cNvPr id="216" name="Group 248">
            <a:extLst>
              <a:ext uri="{FF2B5EF4-FFF2-40B4-BE49-F238E27FC236}">
                <a16:creationId xmlns:a16="http://schemas.microsoft.com/office/drawing/2014/main" id="{CB037406-2BF0-EFB5-68AD-B0CF44BE20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217" y="4191699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217" name="Freeform 249">
              <a:extLst>
                <a:ext uri="{FF2B5EF4-FFF2-40B4-BE49-F238E27FC236}">
                  <a16:creationId xmlns:a16="http://schemas.microsoft.com/office/drawing/2014/main" id="{998BD8B4-CEAC-39E5-7A99-B8C924216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8" name="Freeform 250">
              <a:extLst>
                <a:ext uri="{FF2B5EF4-FFF2-40B4-BE49-F238E27FC236}">
                  <a16:creationId xmlns:a16="http://schemas.microsoft.com/office/drawing/2014/main" id="{7D951518-1142-A546-42EE-B63BF81FF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9" name="Oval 251">
              <a:extLst>
                <a:ext uri="{FF2B5EF4-FFF2-40B4-BE49-F238E27FC236}">
                  <a16:creationId xmlns:a16="http://schemas.microsoft.com/office/drawing/2014/main" id="{AF23529C-06D2-6E8C-42E3-29080C05A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0" name="Oval 252">
              <a:extLst>
                <a:ext uri="{FF2B5EF4-FFF2-40B4-BE49-F238E27FC236}">
                  <a16:creationId xmlns:a16="http://schemas.microsoft.com/office/drawing/2014/main" id="{998FF266-745E-BBC2-79A3-C7C923E27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1" name="Oval 253">
              <a:extLst>
                <a:ext uri="{FF2B5EF4-FFF2-40B4-BE49-F238E27FC236}">
                  <a16:creationId xmlns:a16="http://schemas.microsoft.com/office/drawing/2014/main" id="{439970E2-94A3-5541-7426-872B227C6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2" name="Freeform 254">
              <a:extLst>
                <a:ext uri="{FF2B5EF4-FFF2-40B4-BE49-F238E27FC236}">
                  <a16:creationId xmlns:a16="http://schemas.microsoft.com/office/drawing/2014/main" id="{A6BAE655-EC23-3CEB-051E-2EDD0AD741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3" name="Freeform 255">
              <a:extLst>
                <a:ext uri="{FF2B5EF4-FFF2-40B4-BE49-F238E27FC236}">
                  <a16:creationId xmlns:a16="http://schemas.microsoft.com/office/drawing/2014/main" id="{32EE10F7-CC1E-2F80-BE7F-A1D3E5778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4" name="Oval 256">
              <a:extLst>
                <a:ext uri="{FF2B5EF4-FFF2-40B4-BE49-F238E27FC236}">
                  <a16:creationId xmlns:a16="http://schemas.microsoft.com/office/drawing/2014/main" id="{46235FCE-015B-F7CC-A73B-3DA81F159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5" name="Oval 257">
              <a:extLst>
                <a:ext uri="{FF2B5EF4-FFF2-40B4-BE49-F238E27FC236}">
                  <a16:creationId xmlns:a16="http://schemas.microsoft.com/office/drawing/2014/main" id="{92DB2D14-6540-73B3-D1F2-6F8269432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6" name="Oval 258">
              <a:extLst>
                <a:ext uri="{FF2B5EF4-FFF2-40B4-BE49-F238E27FC236}">
                  <a16:creationId xmlns:a16="http://schemas.microsoft.com/office/drawing/2014/main" id="{B3ADCCCF-2F42-C5EF-CE08-032DE80C0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7" name="Freeform 259">
              <a:extLst>
                <a:ext uri="{FF2B5EF4-FFF2-40B4-BE49-F238E27FC236}">
                  <a16:creationId xmlns:a16="http://schemas.microsoft.com/office/drawing/2014/main" id="{6D39791B-7858-6DEF-61F4-75E4F7AF2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5" name="Freeform 260">
              <a:extLst>
                <a:ext uri="{FF2B5EF4-FFF2-40B4-BE49-F238E27FC236}">
                  <a16:creationId xmlns:a16="http://schemas.microsoft.com/office/drawing/2014/main" id="{F82D18AF-65AF-66EE-75AE-43E25AEE3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6" name="Oval 261">
              <a:extLst>
                <a:ext uri="{FF2B5EF4-FFF2-40B4-BE49-F238E27FC236}">
                  <a16:creationId xmlns:a16="http://schemas.microsoft.com/office/drawing/2014/main" id="{84E320DB-C8CD-DD62-FC05-3573E5F05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7" name="Oval 262">
              <a:extLst>
                <a:ext uri="{FF2B5EF4-FFF2-40B4-BE49-F238E27FC236}">
                  <a16:creationId xmlns:a16="http://schemas.microsoft.com/office/drawing/2014/main" id="{43262375-57E4-2F76-A986-5846267D5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8" name="Oval 263">
              <a:extLst>
                <a:ext uri="{FF2B5EF4-FFF2-40B4-BE49-F238E27FC236}">
                  <a16:creationId xmlns:a16="http://schemas.microsoft.com/office/drawing/2014/main" id="{4AD9BA9C-523B-C659-9661-CEEA6356B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9" name="Freeform 264">
              <a:extLst>
                <a:ext uri="{FF2B5EF4-FFF2-40B4-BE49-F238E27FC236}">
                  <a16:creationId xmlns:a16="http://schemas.microsoft.com/office/drawing/2014/main" id="{3E145B0A-4A53-F1CC-3B37-EEF62ECDCD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50" name="Rectangle 249">
            <a:extLst>
              <a:ext uri="{FF2B5EF4-FFF2-40B4-BE49-F238E27FC236}">
                <a16:creationId xmlns:a16="http://schemas.microsoft.com/office/drawing/2014/main" id="{E02CBAFC-03A5-DEBC-3C41-8137BFE30ADA}"/>
              </a:ext>
            </a:extLst>
          </p:cNvPr>
          <p:cNvSpPr/>
          <p:nvPr/>
        </p:nvSpPr>
        <p:spPr>
          <a:xfrm>
            <a:off x="3209647" y="5599773"/>
            <a:ext cx="2072450" cy="92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251" name="Group 109">
            <a:extLst>
              <a:ext uri="{FF2B5EF4-FFF2-40B4-BE49-F238E27FC236}">
                <a16:creationId xmlns:a16="http://schemas.microsoft.com/office/drawing/2014/main" id="{F5E0CB33-4D04-2FBF-A54C-1A48228838A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6386" y="5908006"/>
            <a:ext cx="524050" cy="443579"/>
            <a:chOff x="5507" y="464"/>
            <a:chExt cx="426" cy="373"/>
          </a:xfrm>
          <a:solidFill>
            <a:srgbClr val="FF0000"/>
          </a:solidFill>
        </p:grpSpPr>
        <p:sp>
          <p:nvSpPr>
            <p:cNvPr id="252" name="Freeform 110">
              <a:extLst>
                <a:ext uri="{FF2B5EF4-FFF2-40B4-BE49-F238E27FC236}">
                  <a16:creationId xmlns:a16="http://schemas.microsoft.com/office/drawing/2014/main" id="{D703B394-0CC2-F082-2223-6DAF1D7F82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464"/>
              <a:ext cx="426" cy="337"/>
            </a:xfrm>
            <a:custGeom>
              <a:avLst/>
              <a:gdLst>
                <a:gd name="T0" fmla="*/ 264 w 288"/>
                <a:gd name="T1" fmla="*/ 228 h 228"/>
                <a:gd name="T2" fmla="*/ 24 w 288"/>
                <a:gd name="T3" fmla="*/ 228 h 228"/>
                <a:gd name="T4" fmla="*/ 0 w 288"/>
                <a:gd name="T5" fmla="*/ 203 h 228"/>
                <a:gd name="T6" fmla="*/ 0 w 288"/>
                <a:gd name="T7" fmla="*/ 25 h 228"/>
                <a:gd name="T8" fmla="*/ 24 w 288"/>
                <a:gd name="T9" fmla="*/ 0 h 228"/>
                <a:gd name="T10" fmla="*/ 264 w 288"/>
                <a:gd name="T11" fmla="*/ 0 h 228"/>
                <a:gd name="T12" fmla="*/ 288 w 288"/>
                <a:gd name="T13" fmla="*/ 25 h 228"/>
                <a:gd name="T14" fmla="*/ 288 w 288"/>
                <a:gd name="T15" fmla="*/ 203 h 228"/>
                <a:gd name="T16" fmla="*/ 264 w 288"/>
                <a:gd name="T17" fmla="*/ 228 h 228"/>
                <a:gd name="T18" fmla="*/ 24 w 288"/>
                <a:gd name="T19" fmla="*/ 12 h 228"/>
                <a:gd name="T20" fmla="*/ 12 w 288"/>
                <a:gd name="T21" fmla="*/ 25 h 228"/>
                <a:gd name="T22" fmla="*/ 12 w 288"/>
                <a:gd name="T23" fmla="*/ 203 h 228"/>
                <a:gd name="T24" fmla="*/ 24 w 288"/>
                <a:gd name="T25" fmla="*/ 216 h 228"/>
                <a:gd name="T26" fmla="*/ 264 w 288"/>
                <a:gd name="T27" fmla="*/ 216 h 228"/>
                <a:gd name="T28" fmla="*/ 276 w 288"/>
                <a:gd name="T29" fmla="*/ 203 h 228"/>
                <a:gd name="T30" fmla="*/ 276 w 288"/>
                <a:gd name="T31" fmla="*/ 25 h 228"/>
                <a:gd name="T32" fmla="*/ 264 w 288"/>
                <a:gd name="T33" fmla="*/ 12 h 228"/>
                <a:gd name="T34" fmla="*/ 24 w 288"/>
                <a:gd name="T35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28">
                  <a:moveTo>
                    <a:pt x="264" y="228"/>
                  </a:moveTo>
                  <a:cubicBezTo>
                    <a:pt x="24" y="228"/>
                    <a:pt x="24" y="228"/>
                    <a:pt x="24" y="228"/>
                  </a:cubicBezTo>
                  <a:cubicBezTo>
                    <a:pt x="11" y="228"/>
                    <a:pt x="0" y="217"/>
                    <a:pt x="0" y="20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7" y="0"/>
                    <a:pt x="288" y="11"/>
                    <a:pt x="288" y="25"/>
                  </a:cubicBezTo>
                  <a:cubicBezTo>
                    <a:pt x="288" y="203"/>
                    <a:pt x="288" y="203"/>
                    <a:pt x="288" y="203"/>
                  </a:cubicBezTo>
                  <a:cubicBezTo>
                    <a:pt x="288" y="217"/>
                    <a:pt x="277" y="228"/>
                    <a:pt x="264" y="22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5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" y="210"/>
                    <a:pt x="18" y="216"/>
                    <a:pt x="24" y="216"/>
                  </a:cubicBezTo>
                  <a:cubicBezTo>
                    <a:pt x="264" y="216"/>
                    <a:pt x="264" y="216"/>
                    <a:pt x="264" y="216"/>
                  </a:cubicBezTo>
                  <a:cubicBezTo>
                    <a:pt x="271" y="216"/>
                    <a:pt x="276" y="210"/>
                    <a:pt x="276" y="203"/>
                  </a:cubicBezTo>
                  <a:cubicBezTo>
                    <a:pt x="276" y="25"/>
                    <a:pt x="276" y="25"/>
                    <a:pt x="276" y="25"/>
                  </a:cubicBezTo>
                  <a:cubicBezTo>
                    <a:pt x="276" y="18"/>
                    <a:pt x="271" y="12"/>
                    <a:pt x="264" y="12"/>
                  </a:cubicBezTo>
                  <a:lnTo>
                    <a:pt x="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3" name="Freeform 111">
              <a:extLst>
                <a:ext uri="{FF2B5EF4-FFF2-40B4-BE49-F238E27FC236}">
                  <a16:creationId xmlns:a16="http://schemas.microsoft.com/office/drawing/2014/main" id="{1F55EE86-53AA-3BB1-39E3-7E3E69FE0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7" y="819"/>
              <a:ext cx="266" cy="18"/>
            </a:xfrm>
            <a:custGeom>
              <a:avLst/>
              <a:gdLst>
                <a:gd name="T0" fmla="*/ 174 w 180"/>
                <a:gd name="T1" fmla="*/ 12 h 12"/>
                <a:gd name="T2" fmla="*/ 6 w 180"/>
                <a:gd name="T3" fmla="*/ 12 h 12"/>
                <a:gd name="T4" fmla="*/ 0 w 180"/>
                <a:gd name="T5" fmla="*/ 6 h 12"/>
                <a:gd name="T6" fmla="*/ 6 w 180"/>
                <a:gd name="T7" fmla="*/ 0 h 12"/>
                <a:gd name="T8" fmla="*/ 174 w 180"/>
                <a:gd name="T9" fmla="*/ 0 h 12"/>
                <a:gd name="T10" fmla="*/ 180 w 180"/>
                <a:gd name="T11" fmla="*/ 6 h 12"/>
                <a:gd name="T12" fmla="*/ 174 w 18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2">
                  <a:moveTo>
                    <a:pt x="17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8" y="0"/>
                    <a:pt x="180" y="3"/>
                    <a:pt x="180" y="6"/>
                  </a:cubicBezTo>
                  <a:cubicBezTo>
                    <a:pt x="180" y="9"/>
                    <a:pt x="178" y="12"/>
                    <a:pt x="17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4" name="Freeform 112">
              <a:extLst>
                <a:ext uri="{FF2B5EF4-FFF2-40B4-BE49-F238E27FC236}">
                  <a16:creationId xmlns:a16="http://schemas.microsoft.com/office/drawing/2014/main" id="{01FBE9A8-CE95-5CD2-1A04-8CF5CA8C7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2" y="784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5" name="Oval 113">
              <a:extLst>
                <a:ext uri="{FF2B5EF4-FFF2-40B4-BE49-F238E27FC236}">
                  <a16:creationId xmlns:a16="http://schemas.microsoft.com/office/drawing/2014/main" id="{A0EE0645-227A-B9C1-D2E7-464A58731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" y="739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6" name="Rectangle 114">
              <a:extLst>
                <a:ext uri="{FF2B5EF4-FFF2-40B4-BE49-F238E27FC236}">
                  <a16:creationId xmlns:a16="http://schemas.microsoft.com/office/drawing/2014/main" id="{3B183A0A-835F-E9B7-4AE3-130A274C3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713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7" name="Freeform 115">
              <a:extLst>
                <a:ext uri="{FF2B5EF4-FFF2-40B4-BE49-F238E27FC236}">
                  <a16:creationId xmlns:a16="http://schemas.microsoft.com/office/drawing/2014/main" id="{4E5BB679-D601-1593-3F38-11FC38280C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1" y="499"/>
              <a:ext cx="196" cy="196"/>
            </a:xfrm>
            <a:custGeom>
              <a:avLst/>
              <a:gdLst>
                <a:gd name="T0" fmla="*/ 66 w 132"/>
                <a:gd name="T1" fmla="*/ 132 h 132"/>
                <a:gd name="T2" fmla="*/ 0 w 132"/>
                <a:gd name="T3" fmla="*/ 66 h 132"/>
                <a:gd name="T4" fmla="*/ 66 w 132"/>
                <a:gd name="T5" fmla="*/ 0 h 132"/>
                <a:gd name="T6" fmla="*/ 132 w 132"/>
                <a:gd name="T7" fmla="*/ 66 h 132"/>
                <a:gd name="T8" fmla="*/ 66 w 132"/>
                <a:gd name="T9" fmla="*/ 132 h 132"/>
                <a:gd name="T10" fmla="*/ 66 w 132"/>
                <a:gd name="T11" fmla="*/ 12 h 132"/>
                <a:gd name="T12" fmla="*/ 12 w 132"/>
                <a:gd name="T13" fmla="*/ 66 h 132"/>
                <a:gd name="T14" fmla="*/ 66 w 132"/>
                <a:gd name="T15" fmla="*/ 120 h 132"/>
                <a:gd name="T16" fmla="*/ 120 w 132"/>
                <a:gd name="T17" fmla="*/ 66 h 132"/>
                <a:gd name="T18" fmla="*/ 66 w 132"/>
                <a:gd name="T1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32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12"/>
                  </a:moveTo>
                  <a:cubicBezTo>
                    <a:pt x="36" y="12"/>
                    <a:pt x="12" y="36"/>
                    <a:pt x="12" y="66"/>
                  </a:cubicBezTo>
                  <a:cubicBezTo>
                    <a:pt x="12" y="96"/>
                    <a:pt x="36" y="120"/>
                    <a:pt x="66" y="120"/>
                  </a:cubicBezTo>
                  <a:cubicBezTo>
                    <a:pt x="96" y="120"/>
                    <a:pt x="120" y="96"/>
                    <a:pt x="120" y="66"/>
                  </a:cubicBezTo>
                  <a:cubicBezTo>
                    <a:pt x="120" y="36"/>
                    <a:pt x="96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8" name="Freeform 116">
              <a:extLst>
                <a:ext uri="{FF2B5EF4-FFF2-40B4-BE49-F238E27FC236}">
                  <a16:creationId xmlns:a16="http://schemas.microsoft.com/office/drawing/2014/main" id="{EDC827EB-D3F2-323A-7AF4-D55340FDC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0" y="516"/>
              <a:ext cx="76" cy="158"/>
            </a:xfrm>
            <a:custGeom>
              <a:avLst/>
              <a:gdLst>
                <a:gd name="T0" fmla="*/ 45 w 51"/>
                <a:gd name="T1" fmla="*/ 107 h 107"/>
                <a:gd name="T2" fmla="*/ 40 w 51"/>
                <a:gd name="T3" fmla="*/ 105 h 107"/>
                <a:gd name="T4" fmla="*/ 2 w 51"/>
                <a:gd name="T5" fmla="*/ 59 h 107"/>
                <a:gd name="T6" fmla="*/ 1 w 51"/>
                <a:gd name="T7" fmla="*/ 52 h 107"/>
                <a:gd name="T8" fmla="*/ 34 w 51"/>
                <a:gd name="T9" fmla="*/ 4 h 107"/>
                <a:gd name="T10" fmla="*/ 42 w 51"/>
                <a:gd name="T11" fmla="*/ 2 h 107"/>
                <a:gd name="T12" fmla="*/ 44 w 51"/>
                <a:gd name="T13" fmla="*/ 10 h 107"/>
                <a:gd name="T14" fmla="*/ 14 w 51"/>
                <a:gd name="T15" fmla="*/ 55 h 107"/>
                <a:gd name="T16" fmla="*/ 49 w 51"/>
                <a:gd name="T17" fmla="*/ 97 h 107"/>
                <a:gd name="T18" fmla="*/ 49 w 51"/>
                <a:gd name="T19" fmla="*/ 106 h 107"/>
                <a:gd name="T20" fmla="*/ 45 w 51"/>
                <a:gd name="T2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107">
                  <a:moveTo>
                    <a:pt x="45" y="107"/>
                  </a:moveTo>
                  <a:cubicBezTo>
                    <a:pt x="43" y="107"/>
                    <a:pt x="41" y="106"/>
                    <a:pt x="40" y="105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0" y="57"/>
                    <a:pt x="0" y="54"/>
                    <a:pt x="1" y="5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1"/>
                    <a:pt x="40" y="0"/>
                    <a:pt x="42" y="2"/>
                  </a:cubicBezTo>
                  <a:cubicBezTo>
                    <a:pt x="45" y="4"/>
                    <a:pt x="46" y="8"/>
                    <a:pt x="44" y="1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1" y="100"/>
                    <a:pt x="51" y="104"/>
                    <a:pt x="49" y="106"/>
                  </a:cubicBezTo>
                  <a:cubicBezTo>
                    <a:pt x="47" y="107"/>
                    <a:pt x="46" y="107"/>
                    <a:pt x="45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9" name="Freeform 117">
              <a:extLst>
                <a:ext uri="{FF2B5EF4-FFF2-40B4-BE49-F238E27FC236}">
                  <a16:creationId xmlns:a16="http://schemas.microsoft.com/office/drawing/2014/main" id="{F726F354-FA61-0E77-06FD-3902506AB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" y="588"/>
              <a:ext cx="107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9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0" name="Rectangle 118">
              <a:extLst>
                <a:ext uri="{FF2B5EF4-FFF2-40B4-BE49-F238E27FC236}">
                  <a16:creationId xmlns:a16="http://schemas.microsoft.com/office/drawing/2014/main" id="{04660351-2DE0-C94E-3429-ECDDF8D46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17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1" name="Rectangle 119">
              <a:extLst>
                <a:ext uri="{FF2B5EF4-FFF2-40B4-BE49-F238E27FC236}">
                  <a16:creationId xmlns:a16="http://schemas.microsoft.com/office/drawing/2014/main" id="{0E6DD322-75E4-C544-45EE-3BB51B4D1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71"/>
              <a:ext cx="107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2" name="Rectangle 120">
              <a:extLst>
                <a:ext uri="{FF2B5EF4-FFF2-40B4-BE49-F238E27FC236}">
                  <a16:creationId xmlns:a16="http://schemas.microsoft.com/office/drawing/2014/main" id="{43C5F06C-F418-F1FE-0486-6A317A0F7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624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E845528B-6194-D0C6-78DA-85646821D996}"/>
              </a:ext>
            </a:extLst>
          </p:cNvPr>
          <p:cNvSpPr txBox="1"/>
          <p:nvPr/>
        </p:nvSpPr>
        <p:spPr>
          <a:xfrm>
            <a:off x="3083930" y="5594936"/>
            <a:ext cx="2329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MONITORING</a:t>
            </a:r>
          </a:p>
        </p:txBody>
      </p:sp>
      <p:grpSp>
        <p:nvGrpSpPr>
          <p:cNvPr id="264" name="Group 156">
            <a:extLst>
              <a:ext uri="{FF2B5EF4-FFF2-40B4-BE49-F238E27FC236}">
                <a16:creationId xmlns:a16="http://schemas.microsoft.com/office/drawing/2014/main" id="{530FC35E-9C19-BD4E-87E0-09CB0EF10A4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5902" y="5908006"/>
            <a:ext cx="346767" cy="439822"/>
            <a:chOff x="1373" y="1718"/>
            <a:chExt cx="427" cy="426"/>
          </a:xfrm>
          <a:solidFill>
            <a:srgbClr val="7030A0"/>
          </a:solidFill>
        </p:grpSpPr>
        <p:sp>
          <p:nvSpPr>
            <p:cNvPr id="265" name="Freeform 157">
              <a:extLst>
                <a:ext uri="{FF2B5EF4-FFF2-40B4-BE49-F238E27FC236}">
                  <a16:creationId xmlns:a16="http://schemas.microsoft.com/office/drawing/2014/main" id="{ECBF0623-12F7-E66E-2B29-75351B3CD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9" y="1913"/>
              <a:ext cx="231" cy="231"/>
            </a:xfrm>
            <a:custGeom>
              <a:avLst/>
              <a:gdLst>
                <a:gd name="T0" fmla="*/ 78 w 156"/>
                <a:gd name="T1" fmla="*/ 156 h 156"/>
                <a:gd name="T2" fmla="*/ 0 w 156"/>
                <a:gd name="T3" fmla="*/ 78 h 156"/>
                <a:gd name="T4" fmla="*/ 78 w 156"/>
                <a:gd name="T5" fmla="*/ 0 h 156"/>
                <a:gd name="T6" fmla="*/ 156 w 156"/>
                <a:gd name="T7" fmla="*/ 78 h 156"/>
                <a:gd name="T8" fmla="*/ 78 w 156"/>
                <a:gd name="T9" fmla="*/ 156 h 156"/>
                <a:gd name="T10" fmla="*/ 78 w 156"/>
                <a:gd name="T11" fmla="*/ 12 h 156"/>
                <a:gd name="T12" fmla="*/ 12 w 156"/>
                <a:gd name="T13" fmla="*/ 78 h 156"/>
                <a:gd name="T14" fmla="*/ 78 w 156"/>
                <a:gd name="T15" fmla="*/ 144 h 156"/>
                <a:gd name="T16" fmla="*/ 144 w 156"/>
                <a:gd name="T17" fmla="*/ 78 h 156"/>
                <a:gd name="T18" fmla="*/ 78 w 156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1" y="0"/>
                    <a:pt x="156" y="35"/>
                    <a:pt x="156" y="78"/>
                  </a:cubicBezTo>
                  <a:cubicBezTo>
                    <a:pt x="156" y="121"/>
                    <a:pt x="121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1" y="12"/>
                    <a:pt x="12" y="41"/>
                    <a:pt x="12" y="78"/>
                  </a:cubicBezTo>
                  <a:cubicBezTo>
                    <a:pt x="12" y="114"/>
                    <a:pt x="41" y="144"/>
                    <a:pt x="78" y="144"/>
                  </a:cubicBezTo>
                  <a:cubicBezTo>
                    <a:pt x="114" y="144"/>
                    <a:pt x="144" y="114"/>
                    <a:pt x="144" y="78"/>
                  </a:cubicBezTo>
                  <a:cubicBezTo>
                    <a:pt x="144" y="41"/>
                    <a:pt x="114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6" name="Freeform 158">
              <a:extLst>
                <a:ext uri="{FF2B5EF4-FFF2-40B4-BE49-F238E27FC236}">
                  <a16:creationId xmlns:a16="http://schemas.microsoft.com/office/drawing/2014/main" id="{DFF015E6-21F8-FD99-F233-DFB6D8DBE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92"/>
              <a:ext cx="127" cy="87"/>
            </a:xfrm>
            <a:custGeom>
              <a:avLst/>
              <a:gdLst>
                <a:gd name="T0" fmla="*/ 37 w 86"/>
                <a:gd name="T1" fmla="*/ 59 h 59"/>
                <a:gd name="T2" fmla="*/ 33 w 86"/>
                <a:gd name="T3" fmla="*/ 57 h 59"/>
                <a:gd name="T4" fmla="*/ 3 w 86"/>
                <a:gd name="T5" fmla="*/ 27 h 59"/>
                <a:gd name="T6" fmla="*/ 3 w 86"/>
                <a:gd name="T7" fmla="*/ 18 h 59"/>
                <a:gd name="T8" fmla="*/ 11 w 86"/>
                <a:gd name="T9" fmla="*/ 18 h 59"/>
                <a:gd name="T10" fmla="*/ 37 w 86"/>
                <a:gd name="T11" fmla="*/ 44 h 59"/>
                <a:gd name="T12" fmla="*/ 74 w 86"/>
                <a:gd name="T13" fmla="*/ 3 h 59"/>
                <a:gd name="T14" fmla="*/ 83 w 86"/>
                <a:gd name="T15" fmla="*/ 2 h 59"/>
                <a:gd name="T16" fmla="*/ 83 w 86"/>
                <a:gd name="T17" fmla="*/ 11 h 59"/>
                <a:gd name="T18" fmla="*/ 41 w 86"/>
                <a:gd name="T19" fmla="*/ 57 h 59"/>
                <a:gd name="T20" fmla="*/ 37 w 86"/>
                <a:gd name="T21" fmla="*/ 59 h 59"/>
                <a:gd name="T22" fmla="*/ 37 w 86"/>
                <a:gd name="T2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59">
                  <a:moveTo>
                    <a:pt x="37" y="59"/>
                  </a:moveTo>
                  <a:cubicBezTo>
                    <a:pt x="35" y="59"/>
                    <a:pt x="34" y="58"/>
                    <a:pt x="33" y="5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25"/>
                    <a:pt x="0" y="21"/>
                    <a:pt x="3" y="18"/>
                  </a:cubicBezTo>
                  <a:cubicBezTo>
                    <a:pt x="5" y="16"/>
                    <a:pt x="9" y="16"/>
                    <a:pt x="11" y="18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7" y="0"/>
                    <a:pt x="80" y="0"/>
                    <a:pt x="83" y="2"/>
                  </a:cubicBezTo>
                  <a:cubicBezTo>
                    <a:pt x="85" y="4"/>
                    <a:pt x="86" y="8"/>
                    <a:pt x="83" y="11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8"/>
                    <a:pt x="39" y="59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7" name="Freeform 159">
              <a:extLst>
                <a:ext uri="{FF2B5EF4-FFF2-40B4-BE49-F238E27FC236}">
                  <a16:creationId xmlns:a16="http://schemas.microsoft.com/office/drawing/2014/main" id="{6D5EC904-D1C5-91D2-E37B-5FE8293A0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3" y="1718"/>
              <a:ext cx="356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3"/>
                    <a:pt x="53" y="0"/>
                    <a:pt x="120" y="0"/>
                  </a:cubicBezTo>
                  <a:cubicBezTo>
                    <a:pt x="187" y="0"/>
                    <a:pt x="240" y="23"/>
                    <a:pt x="240" y="54"/>
                  </a:cubicBezTo>
                  <a:cubicBezTo>
                    <a:pt x="240" y="84"/>
                    <a:pt x="187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6" y="12"/>
                    <a:pt x="12" y="34"/>
                    <a:pt x="12" y="54"/>
                  </a:cubicBezTo>
                  <a:cubicBezTo>
                    <a:pt x="12" y="74"/>
                    <a:pt x="56" y="96"/>
                    <a:pt x="120" y="96"/>
                  </a:cubicBezTo>
                  <a:cubicBezTo>
                    <a:pt x="183" y="96"/>
                    <a:pt x="228" y="74"/>
                    <a:pt x="228" y="54"/>
                  </a:cubicBezTo>
                  <a:cubicBezTo>
                    <a:pt x="228" y="34"/>
                    <a:pt x="18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8" name="Freeform 160">
              <a:extLst>
                <a:ext uri="{FF2B5EF4-FFF2-40B4-BE49-F238E27FC236}">
                  <a16:creationId xmlns:a16="http://schemas.microsoft.com/office/drawing/2014/main" id="{B0CB8987-9902-3E91-1836-E8C2280A9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860"/>
              <a:ext cx="187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6"/>
                    <a:pt x="56" y="48"/>
                    <a:pt x="120" y="48"/>
                  </a:cubicBezTo>
                  <a:cubicBezTo>
                    <a:pt x="123" y="48"/>
                    <a:pt x="126" y="50"/>
                    <a:pt x="126" y="54"/>
                  </a:cubicBezTo>
                  <a:cubicBezTo>
                    <a:pt x="126" y="57"/>
                    <a:pt x="123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9" name="Freeform 161">
              <a:extLst>
                <a:ext uri="{FF2B5EF4-FFF2-40B4-BE49-F238E27FC236}">
                  <a16:creationId xmlns:a16="http://schemas.microsoft.com/office/drawing/2014/main" id="{59380100-7656-DB42-D9C8-73155A24C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940"/>
              <a:ext cx="160" cy="87"/>
            </a:xfrm>
            <a:custGeom>
              <a:avLst/>
              <a:gdLst>
                <a:gd name="T0" fmla="*/ 102 w 108"/>
                <a:gd name="T1" fmla="*/ 59 h 59"/>
                <a:gd name="T2" fmla="*/ 101 w 108"/>
                <a:gd name="T3" fmla="*/ 59 h 59"/>
                <a:gd name="T4" fmla="*/ 0 w 108"/>
                <a:gd name="T5" fmla="*/ 6 h 59"/>
                <a:gd name="T6" fmla="*/ 6 w 108"/>
                <a:gd name="T7" fmla="*/ 0 h 59"/>
                <a:gd name="T8" fmla="*/ 12 w 108"/>
                <a:gd name="T9" fmla="*/ 6 h 59"/>
                <a:gd name="T10" fmla="*/ 102 w 108"/>
                <a:gd name="T11" fmla="*/ 47 h 59"/>
                <a:gd name="T12" fmla="*/ 108 w 108"/>
                <a:gd name="T13" fmla="*/ 53 h 59"/>
                <a:gd name="T14" fmla="*/ 102 w 108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59">
                  <a:moveTo>
                    <a:pt x="102" y="59"/>
                  </a:moveTo>
                  <a:cubicBezTo>
                    <a:pt x="102" y="59"/>
                    <a:pt x="102" y="59"/>
                    <a:pt x="101" y="59"/>
                  </a:cubicBezTo>
                  <a:cubicBezTo>
                    <a:pt x="42" y="55"/>
                    <a:pt x="0" y="33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5"/>
                    <a:pt x="52" y="44"/>
                    <a:pt x="102" y="47"/>
                  </a:cubicBezTo>
                  <a:cubicBezTo>
                    <a:pt x="106" y="47"/>
                    <a:pt x="108" y="50"/>
                    <a:pt x="108" y="53"/>
                  </a:cubicBezTo>
                  <a:cubicBezTo>
                    <a:pt x="108" y="57"/>
                    <a:pt x="105" y="59"/>
                    <a:pt x="10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0" name="Freeform 162">
              <a:extLst>
                <a:ext uri="{FF2B5EF4-FFF2-40B4-BE49-F238E27FC236}">
                  <a16:creationId xmlns:a16="http://schemas.microsoft.com/office/drawing/2014/main" id="{F9BCA782-389C-52AB-8D66-D8AFD4A99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789"/>
              <a:ext cx="169" cy="318"/>
            </a:xfrm>
            <a:custGeom>
              <a:avLst/>
              <a:gdLst>
                <a:gd name="T0" fmla="*/ 108 w 114"/>
                <a:gd name="T1" fmla="*/ 215 h 215"/>
                <a:gd name="T2" fmla="*/ 108 w 114"/>
                <a:gd name="T3" fmla="*/ 215 h 215"/>
                <a:gd name="T4" fmla="*/ 0 w 114"/>
                <a:gd name="T5" fmla="*/ 162 h 215"/>
                <a:gd name="T6" fmla="*/ 0 w 114"/>
                <a:gd name="T7" fmla="*/ 6 h 215"/>
                <a:gd name="T8" fmla="*/ 6 w 114"/>
                <a:gd name="T9" fmla="*/ 0 h 215"/>
                <a:gd name="T10" fmla="*/ 12 w 114"/>
                <a:gd name="T11" fmla="*/ 6 h 215"/>
                <a:gd name="T12" fmla="*/ 12 w 114"/>
                <a:gd name="T13" fmla="*/ 162 h 215"/>
                <a:gd name="T14" fmla="*/ 108 w 114"/>
                <a:gd name="T15" fmla="*/ 203 h 215"/>
                <a:gd name="T16" fmla="*/ 114 w 114"/>
                <a:gd name="T17" fmla="*/ 210 h 215"/>
                <a:gd name="T18" fmla="*/ 108 w 114"/>
                <a:gd name="T19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215">
                  <a:moveTo>
                    <a:pt x="108" y="215"/>
                  </a:moveTo>
                  <a:cubicBezTo>
                    <a:pt x="108" y="215"/>
                    <a:pt x="108" y="215"/>
                    <a:pt x="108" y="215"/>
                  </a:cubicBezTo>
                  <a:cubicBezTo>
                    <a:pt x="45" y="213"/>
                    <a:pt x="0" y="190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0"/>
                    <a:pt x="49" y="201"/>
                    <a:pt x="108" y="203"/>
                  </a:cubicBezTo>
                  <a:cubicBezTo>
                    <a:pt x="111" y="204"/>
                    <a:pt x="114" y="206"/>
                    <a:pt x="114" y="210"/>
                  </a:cubicBezTo>
                  <a:cubicBezTo>
                    <a:pt x="114" y="213"/>
                    <a:pt x="111" y="215"/>
                    <a:pt x="108" y="2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1" name="Freeform 163">
              <a:extLst>
                <a:ext uri="{FF2B5EF4-FFF2-40B4-BE49-F238E27FC236}">
                  <a16:creationId xmlns:a16="http://schemas.microsoft.com/office/drawing/2014/main" id="{7B9362B9-57D4-06DC-73A3-18AED3BAB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789"/>
              <a:ext cx="18" cy="98"/>
            </a:xfrm>
            <a:custGeom>
              <a:avLst/>
              <a:gdLst>
                <a:gd name="T0" fmla="*/ 6 w 12"/>
                <a:gd name="T1" fmla="*/ 66 h 66"/>
                <a:gd name="T2" fmla="*/ 0 w 12"/>
                <a:gd name="T3" fmla="*/ 60 h 66"/>
                <a:gd name="T4" fmla="*/ 0 w 12"/>
                <a:gd name="T5" fmla="*/ 6 h 66"/>
                <a:gd name="T6" fmla="*/ 6 w 12"/>
                <a:gd name="T7" fmla="*/ 0 h 66"/>
                <a:gd name="T8" fmla="*/ 12 w 12"/>
                <a:gd name="T9" fmla="*/ 6 h 66"/>
                <a:gd name="T10" fmla="*/ 12 w 12"/>
                <a:gd name="T11" fmla="*/ 60 h 66"/>
                <a:gd name="T12" fmla="*/ 6 w 12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6">
                  <a:moveTo>
                    <a:pt x="6" y="66"/>
                  </a:moveTo>
                  <a:cubicBezTo>
                    <a:pt x="3" y="66"/>
                    <a:pt x="0" y="63"/>
                    <a:pt x="0" y="6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3"/>
                    <a:pt x="9" y="66"/>
                    <a:pt x="6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08001B28-C796-DFEC-FA90-85C68B98AFFE}"/>
              </a:ext>
            </a:extLst>
          </p:cNvPr>
          <p:cNvCxnSpPr>
            <a:cxnSpLocks/>
          </p:cNvCxnSpPr>
          <p:nvPr/>
        </p:nvCxnSpPr>
        <p:spPr>
          <a:xfrm flipV="1">
            <a:off x="3721724" y="6170500"/>
            <a:ext cx="980448" cy="4839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16168F28-42DB-0D6B-A21A-D23D0693488B}"/>
              </a:ext>
            </a:extLst>
          </p:cNvPr>
          <p:cNvSpPr txBox="1"/>
          <p:nvPr/>
        </p:nvSpPr>
        <p:spPr>
          <a:xfrm>
            <a:off x="2754341" y="5284303"/>
            <a:ext cx="1601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Comparison Log results</a:t>
            </a: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E3E885F3-A4D3-E73E-5488-99FCB50D40DE}"/>
              </a:ext>
            </a:extLst>
          </p:cNvPr>
          <p:cNvCxnSpPr>
            <a:cxnSpLocks/>
          </p:cNvCxnSpPr>
          <p:nvPr/>
        </p:nvCxnSpPr>
        <p:spPr>
          <a:xfrm>
            <a:off x="4230801" y="4201478"/>
            <a:ext cx="4212" cy="137028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D0B3E782-E6C9-E0FD-8075-41F9DCB70731}"/>
              </a:ext>
            </a:extLst>
          </p:cNvPr>
          <p:cNvCxnSpPr>
            <a:cxnSpLocks/>
            <a:endCxn id="217" idx="10"/>
          </p:cNvCxnSpPr>
          <p:nvPr/>
        </p:nvCxnSpPr>
        <p:spPr>
          <a:xfrm flipH="1">
            <a:off x="1275096" y="3697391"/>
            <a:ext cx="2530744" cy="88709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Group 311">
            <a:extLst>
              <a:ext uri="{FF2B5EF4-FFF2-40B4-BE49-F238E27FC236}">
                <a16:creationId xmlns:a16="http://schemas.microsoft.com/office/drawing/2014/main" id="{8EB8B6F0-7C87-F9D8-DCEB-4DECE8731618}"/>
              </a:ext>
            </a:extLst>
          </p:cNvPr>
          <p:cNvGrpSpPr/>
          <p:nvPr/>
        </p:nvGrpSpPr>
        <p:grpSpPr>
          <a:xfrm>
            <a:off x="3033924" y="5503595"/>
            <a:ext cx="248400" cy="248400"/>
            <a:chOff x="8425963" y="4549340"/>
            <a:chExt cx="496800" cy="496800"/>
          </a:xfrm>
        </p:grpSpPr>
        <p:sp>
          <p:nvSpPr>
            <p:cNvPr id="281" name="Flowchart: Connector 312">
              <a:extLst>
                <a:ext uri="{FF2B5EF4-FFF2-40B4-BE49-F238E27FC236}">
                  <a16:creationId xmlns:a16="http://schemas.microsoft.com/office/drawing/2014/main" id="{5CB1117C-642A-B47F-2B8D-16CFB5D2B2F4}"/>
                </a:ext>
              </a:extLst>
            </p:cNvPr>
            <p:cNvSpPr/>
            <p:nvPr/>
          </p:nvSpPr>
          <p:spPr>
            <a:xfrm>
              <a:off x="8425963" y="4549340"/>
              <a:ext cx="496800" cy="496800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2" name="Picture 4">
              <a:extLst>
                <a:ext uri="{FF2B5EF4-FFF2-40B4-BE49-F238E27FC236}">
                  <a16:creationId xmlns:a16="http://schemas.microsoft.com/office/drawing/2014/main" id="{F79A7702-6B7D-8D5D-4B8C-947470EA1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9634" y="4647446"/>
              <a:ext cx="320824" cy="3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7E9D7B71-E73E-5E0C-4A4F-EA0263382127}"/>
              </a:ext>
            </a:extLst>
          </p:cNvPr>
          <p:cNvSpPr/>
          <p:nvPr/>
        </p:nvSpPr>
        <p:spPr>
          <a:xfrm>
            <a:off x="3835021" y="3068564"/>
            <a:ext cx="913514" cy="1052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Launcher</a:t>
            </a:r>
          </a:p>
        </p:txBody>
      </p:sp>
      <p:grpSp>
        <p:nvGrpSpPr>
          <p:cNvPr id="284" name="Group 296">
            <a:extLst>
              <a:ext uri="{FF2B5EF4-FFF2-40B4-BE49-F238E27FC236}">
                <a16:creationId xmlns:a16="http://schemas.microsoft.com/office/drawing/2014/main" id="{6D37E01D-EA90-046E-2C35-028B81AEDF0C}"/>
              </a:ext>
            </a:extLst>
          </p:cNvPr>
          <p:cNvGrpSpPr/>
          <p:nvPr/>
        </p:nvGrpSpPr>
        <p:grpSpPr>
          <a:xfrm>
            <a:off x="4125995" y="3710418"/>
            <a:ext cx="248457" cy="248457"/>
            <a:chOff x="3017663" y="2363091"/>
            <a:chExt cx="496914" cy="496914"/>
          </a:xfrm>
        </p:grpSpPr>
        <p:sp>
          <p:nvSpPr>
            <p:cNvPr id="285" name="Flowchart: Connector 303">
              <a:extLst>
                <a:ext uri="{FF2B5EF4-FFF2-40B4-BE49-F238E27FC236}">
                  <a16:creationId xmlns:a16="http://schemas.microsoft.com/office/drawing/2014/main" id="{65787F8F-3C33-AA4F-47DB-66347BDCCB58}"/>
                </a:ext>
              </a:extLst>
            </p:cNvPr>
            <p:cNvSpPr/>
            <p:nvPr/>
          </p:nvSpPr>
          <p:spPr>
            <a:xfrm>
              <a:off x="3017663" y="2363091"/>
              <a:ext cx="496914" cy="496914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86" name="Group 109">
              <a:extLst>
                <a:ext uri="{FF2B5EF4-FFF2-40B4-BE49-F238E27FC236}">
                  <a16:creationId xmlns:a16="http://schemas.microsoft.com/office/drawing/2014/main" id="{A8CC7D85-84E4-E9C8-7F86-B825410B68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07786" y="2449924"/>
              <a:ext cx="316668" cy="315892"/>
              <a:chOff x="2412" y="1730"/>
              <a:chExt cx="408" cy="407"/>
            </a:xfrm>
            <a:solidFill>
              <a:schemeClr val="tx1"/>
            </a:solidFill>
          </p:grpSpPr>
          <p:sp>
            <p:nvSpPr>
              <p:cNvPr id="287" name="Freeform 110">
                <a:extLst>
                  <a:ext uri="{FF2B5EF4-FFF2-40B4-BE49-F238E27FC236}">
                    <a16:creationId xmlns:a16="http://schemas.microsoft.com/office/drawing/2014/main" id="{D9529D64-8B85-0757-E075-2B38D69F58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1" y="1730"/>
                <a:ext cx="319" cy="320"/>
              </a:xfrm>
              <a:custGeom>
                <a:avLst/>
                <a:gdLst>
                  <a:gd name="T0" fmla="*/ 49 w 216"/>
                  <a:gd name="T1" fmla="*/ 216 h 216"/>
                  <a:gd name="T2" fmla="*/ 49 w 216"/>
                  <a:gd name="T3" fmla="*/ 216 h 216"/>
                  <a:gd name="T4" fmla="*/ 44 w 216"/>
                  <a:gd name="T5" fmla="*/ 214 h 216"/>
                  <a:gd name="T6" fmla="*/ 2 w 216"/>
                  <a:gd name="T7" fmla="*/ 172 h 216"/>
                  <a:gd name="T8" fmla="*/ 2 w 216"/>
                  <a:gd name="T9" fmla="*/ 163 h 216"/>
                  <a:gd name="T10" fmla="*/ 142 w 216"/>
                  <a:gd name="T11" fmla="*/ 23 h 216"/>
                  <a:gd name="T12" fmla="*/ 209 w 216"/>
                  <a:gd name="T13" fmla="*/ 0 h 216"/>
                  <a:gd name="T14" fmla="*/ 214 w 216"/>
                  <a:gd name="T15" fmla="*/ 2 h 216"/>
                  <a:gd name="T16" fmla="*/ 216 w 216"/>
                  <a:gd name="T17" fmla="*/ 7 h 216"/>
                  <a:gd name="T18" fmla="*/ 193 w 216"/>
                  <a:gd name="T19" fmla="*/ 74 h 216"/>
                  <a:gd name="T20" fmla="*/ 53 w 216"/>
                  <a:gd name="T21" fmla="*/ 214 h 216"/>
                  <a:gd name="T22" fmla="*/ 49 w 216"/>
                  <a:gd name="T23" fmla="*/ 216 h 216"/>
                  <a:gd name="T24" fmla="*/ 15 w 216"/>
                  <a:gd name="T25" fmla="*/ 168 h 216"/>
                  <a:gd name="T26" fmla="*/ 49 w 216"/>
                  <a:gd name="T27" fmla="*/ 201 h 216"/>
                  <a:gd name="T28" fmla="*/ 184 w 216"/>
                  <a:gd name="T29" fmla="*/ 66 h 216"/>
                  <a:gd name="T30" fmla="*/ 202 w 216"/>
                  <a:gd name="T31" fmla="*/ 14 h 216"/>
                  <a:gd name="T32" fmla="*/ 151 w 216"/>
                  <a:gd name="T33" fmla="*/ 32 h 216"/>
                  <a:gd name="T34" fmla="*/ 15 w 216"/>
                  <a:gd name="T35" fmla="*/ 16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6" h="216">
                    <a:moveTo>
                      <a:pt x="49" y="216"/>
                    </a:moveTo>
                    <a:cubicBezTo>
                      <a:pt x="49" y="216"/>
                      <a:pt x="49" y="216"/>
                      <a:pt x="49" y="216"/>
                    </a:cubicBezTo>
                    <a:cubicBezTo>
                      <a:pt x="47" y="216"/>
                      <a:pt x="46" y="215"/>
                      <a:pt x="44" y="214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0" y="170"/>
                      <a:pt x="0" y="166"/>
                      <a:pt x="2" y="163"/>
                    </a:cubicBezTo>
                    <a:cubicBezTo>
                      <a:pt x="2" y="163"/>
                      <a:pt x="134" y="32"/>
                      <a:pt x="142" y="23"/>
                    </a:cubicBezTo>
                    <a:cubicBezTo>
                      <a:pt x="156" y="10"/>
                      <a:pt x="204" y="1"/>
                      <a:pt x="209" y="0"/>
                    </a:cubicBezTo>
                    <a:cubicBezTo>
                      <a:pt x="211" y="0"/>
                      <a:pt x="213" y="1"/>
                      <a:pt x="214" y="2"/>
                    </a:cubicBezTo>
                    <a:cubicBezTo>
                      <a:pt x="216" y="3"/>
                      <a:pt x="216" y="5"/>
                      <a:pt x="216" y="7"/>
                    </a:cubicBezTo>
                    <a:cubicBezTo>
                      <a:pt x="215" y="13"/>
                      <a:pt x="207" y="61"/>
                      <a:pt x="193" y="74"/>
                    </a:cubicBezTo>
                    <a:cubicBezTo>
                      <a:pt x="53" y="214"/>
                      <a:pt x="53" y="214"/>
                      <a:pt x="53" y="214"/>
                    </a:cubicBezTo>
                    <a:cubicBezTo>
                      <a:pt x="52" y="215"/>
                      <a:pt x="50" y="216"/>
                      <a:pt x="49" y="216"/>
                    </a:cubicBezTo>
                    <a:close/>
                    <a:moveTo>
                      <a:pt x="15" y="168"/>
                    </a:moveTo>
                    <a:cubicBezTo>
                      <a:pt x="49" y="201"/>
                      <a:pt x="49" y="201"/>
                      <a:pt x="49" y="201"/>
                    </a:cubicBezTo>
                    <a:cubicBezTo>
                      <a:pt x="184" y="66"/>
                      <a:pt x="184" y="66"/>
                      <a:pt x="184" y="66"/>
                    </a:cubicBezTo>
                    <a:cubicBezTo>
                      <a:pt x="192" y="59"/>
                      <a:pt x="199" y="33"/>
                      <a:pt x="202" y="14"/>
                    </a:cubicBezTo>
                    <a:cubicBezTo>
                      <a:pt x="183" y="18"/>
                      <a:pt x="158" y="25"/>
                      <a:pt x="151" y="32"/>
                    </a:cubicBezTo>
                    <a:cubicBezTo>
                      <a:pt x="143" y="39"/>
                      <a:pt x="38" y="145"/>
                      <a:pt x="15" y="1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8" name="Freeform 111">
                <a:extLst>
                  <a:ext uri="{FF2B5EF4-FFF2-40B4-BE49-F238E27FC236}">
                    <a16:creationId xmlns:a16="http://schemas.microsoft.com/office/drawing/2014/main" id="{69431511-02B9-625D-302B-51AEB501C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6" y="1943"/>
                <a:ext cx="81" cy="82"/>
              </a:xfrm>
              <a:custGeom>
                <a:avLst/>
                <a:gdLst>
                  <a:gd name="T0" fmla="*/ 49 w 55"/>
                  <a:gd name="T1" fmla="*/ 55 h 55"/>
                  <a:gd name="T2" fmla="*/ 44 w 55"/>
                  <a:gd name="T3" fmla="*/ 53 h 55"/>
                  <a:gd name="T4" fmla="*/ 2 w 55"/>
                  <a:gd name="T5" fmla="*/ 11 h 55"/>
                  <a:gd name="T6" fmla="*/ 2 w 55"/>
                  <a:gd name="T7" fmla="*/ 2 h 55"/>
                  <a:gd name="T8" fmla="*/ 11 w 55"/>
                  <a:gd name="T9" fmla="*/ 2 h 55"/>
                  <a:gd name="T10" fmla="*/ 53 w 55"/>
                  <a:gd name="T11" fmla="*/ 45 h 55"/>
                  <a:gd name="T12" fmla="*/ 53 w 55"/>
                  <a:gd name="T13" fmla="*/ 53 h 55"/>
                  <a:gd name="T14" fmla="*/ 49 w 55"/>
                  <a:gd name="T15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55">
                    <a:moveTo>
                      <a:pt x="49" y="55"/>
                    </a:moveTo>
                    <a:cubicBezTo>
                      <a:pt x="47" y="55"/>
                      <a:pt x="46" y="54"/>
                      <a:pt x="44" y="53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5" y="47"/>
                      <a:pt x="55" y="51"/>
                      <a:pt x="53" y="53"/>
                    </a:cubicBezTo>
                    <a:cubicBezTo>
                      <a:pt x="52" y="54"/>
                      <a:pt x="50" y="55"/>
                      <a:pt x="49" y="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9" name="Freeform 112">
                <a:extLst>
                  <a:ext uri="{FF2B5EF4-FFF2-40B4-BE49-F238E27FC236}">
                    <a16:creationId xmlns:a16="http://schemas.microsoft.com/office/drawing/2014/main" id="{69F8D5D1-3C46-BEE6-2952-D20BE31A2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1937"/>
                <a:ext cx="112" cy="200"/>
              </a:xfrm>
              <a:custGeom>
                <a:avLst/>
                <a:gdLst>
                  <a:gd name="T0" fmla="*/ 7 w 76"/>
                  <a:gd name="T1" fmla="*/ 135 h 135"/>
                  <a:gd name="T2" fmla="*/ 4 w 76"/>
                  <a:gd name="T3" fmla="*/ 135 h 135"/>
                  <a:gd name="T4" fmla="*/ 1 w 76"/>
                  <a:gd name="T5" fmla="*/ 129 h 135"/>
                  <a:gd name="T6" fmla="*/ 9 w 76"/>
                  <a:gd name="T7" fmla="*/ 61 h 135"/>
                  <a:gd name="T8" fmla="*/ 15 w 76"/>
                  <a:gd name="T9" fmla="*/ 56 h 135"/>
                  <a:gd name="T10" fmla="*/ 21 w 76"/>
                  <a:gd name="T11" fmla="*/ 63 h 135"/>
                  <a:gd name="T12" fmla="*/ 15 w 76"/>
                  <a:gd name="T13" fmla="*/ 113 h 135"/>
                  <a:gd name="T14" fmla="*/ 45 w 76"/>
                  <a:gd name="T15" fmla="*/ 83 h 135"/>
                  <a:gd name="T16" fmla="*/ 60 w 76"/>
                  <a:gd name="T17" fmla="*/ 60 h 135"/>
                  <a:gd name="T18" fmla="*/ 64 w 76"/>
                  <a:gd name="T19" fmla="*/ 6 h 135"/>
                  <a:gd name="T20" fmla="*/ 70 w 76"/>
                  <a:gd name="T21" fmla="*/ 0 h 135"/>
                  <a:gd name="T22" fmla="*/ 76 w 76"/>
                  <a:gd name="T23" fmla="*/ 6 h 135"/>
                  <a:gd name="T24" fmla="*/ 72 w 76"/>
                  <a:gd name="T25" fmla="*/ 63 h 135"/>
                  <a:gd name="T26" fmla="*/ 53 w 76"/>
                  <a:gd name="T27" fmla="*/ 91 h 135"/>
                  <a:gd name="T28" fmla="*/ 11 w 76"/>
                  <a:gd name="T29" fmla="*/ 134 h 135"/>
                  <a:gd name="T30" fmla="*/ 7 w 76"/>
                  <a:gd name="T31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135">
                    <a:moveTo>
                      <a:pt x="7" y="135"/>
                    </a:moveTo>
                    <a:cubicBezTo>
                      <a:pt x="6" y="135"/>
                      <a:pt x="5" y="135"/>
                      <a:pt x="4" y="135"/>
                    </a:cubicBezTo>
                    <a:cubicBezTo>
                      <a:pt x="2" y="134"/>
                      <a:pt x="0" y="131"/>
                      <a:pt x="1" y="129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9" y="58"/>
                      <a:pt x="12" y="56"/>
                      <a:pt x="15" y="56"/>
                    </a:cubicBezTo>
                    <a:cubicBezTo>
                      <a:pt x="19" y="57"/>
                      <a:pt x="21" y="60"/>
                      <a:pt x="21" y="63"/>
                    </a:cubicBezTo>
                    <a:cubicBezTo>
                      <a:pt x="15" y="113"/>
                      <a:pt x="15" y="113"/>
                      <a:pt x="15" y="11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0" y="77"/>
                      <a:pt x="58" y="66"/>
                      <a:pt x="60" y="60"/>
                    </a:cubicBezTo>
                    <a:cubicBezTo>
                      <a:pt x="62" y="55"/>
                      <a:pt x="64" y="42"/>
                      <a:pt x="64" y="6"/>
                    </a:cubicBezTo>
                    <a:cubicBezTo>
                      <a:pt x="64" y="3"/>
                      <a:pt x="67" y="0"/>
                      <a:pt x="70" y="0"/>
                    </a:cubicBezTo>
                    <a:cubicBezTo>
                      <a:pt x="74" y="0"/>
                      <a:pt x="76" y="3"/>
                      <a:pt x="76" y="6"/>
                    </a:cubicBezTo>
                    <a:cubicBezTo>
                      <a:pt x="76" y="35"/>
                      <a:pt x="75" y="54"/>
                      <a:pt x="72" y="63"/>
                    </a:cubicBezTo>
                    <a:cubicBezTo>
                      <a:pt x="69" y="73"/>
                      <a:pt x="59" y="86"/>
                      <a:pt x="53" y="91"/>
                    </a:cubicBezTo>
                    <a:cubicBezTo>
                      <a:pt x="11" y="134"/>
                      <a:pt x="11" y="134"/>
                      <a:pt x="11" y="134"/>
                    </a:cubicBezTo>
                    <a:cubicBezTo>
                      <a:pt x="10" y="135"/>
                      <a:pt x="8" y="135"/>
                      <a:pt x="7" y="13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0" name="Freeform 113">
                <a:extLst>
                  <a:ext uri="{FF2B5EF4-FFF2-40B4-BE49-F238E27FC236}">
                    <a16:creationId xmlns:a16="http://schemas.microsoft.com/office/drawing/2014/main" id="{5F9AD010-6836-399B-256F-5333ED5D4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1875"/>
                <a:ext cx="201" cy="113"/>
              </a:xfrm>
              <a:custGeom>
                <a:avLst/>
                <a:gdLst>
                  <a:gd name="T0" fmla="*/ 7 w 136"/>
                  <a:gd name="T1" fmla="*/ 76 h 76"/>
                  <a:gd name="T2" fmla="*/ 2 w 136"/>
                  <a:gd name="T3" fmla="*/ 72 h 76"/>
                  <a:gd name="T4" fmla="*/ 3 w 136"/>
                  <a:gd name="T5" fmla="*/ 65 h 76"/>
                  <a:gd name="T6" fmla="*/ 45 w 136"/>
                  <a:gd name="T7" fmla="*/ 23 h 76"/>
                  <a:gd name="T8" fmla="*/ 73 w 136"/>
                  <a:gd name="T9" fmla="*/ 4 h 76"/>
                  <a:gd name="T10" fmla="*/ 128 w 136"/>
                  <a:gd name="T11" fmla="*/ 0 h 76"/>
                  <a:gd name="T12" fmla="*/ 130 w 136"/>
                  <a:gd name="T13" fmla="*/ 0 h 76"/>
                  <a:gd name="T14" fmla="*/ 136 w 136"/>
                  <a:gd name="T15" fmla="*/ 6 h 76"/>
                  <a:gd name="T16" fmla="*/ 130 w 136"/>
                  <a:gd name="T17" fmla="*/ 12 h 76"/>
                  <a:gd name="T18" fmla="*/ 128 w 136"/>
                  <a:gd name="T19" fmla="*/ 12 h 76"/>
                  <a:gd name="T20" fmla="*/ 76 w 136"/>
                  <a:gd name="T21" fmla="*/ 15 h 76"/>
                  <a:gd name="T22" fmla="*/ 54 w 136"/>
                  <a:gd name="T23" fmla="*/ 31 h 76"/>
                  <a:gd name="T24" fmla="*/ 23 w 136"/>
                  <a:gd name="T25" fmla="*/ 61 h 76"/>
                  <a:gd name="T26" fmla="*/ 74 w 136"/>
                  <a:gd name="T27" fmla="*/ 55 h 76"/>
                  <a:gd name="T28" fmla="*/ 81 w 136"/>
                  <a:gd name="T29" fmla="*/ 61 h 76"/>
                  <a:gd name="T30" fmla="*/ 75 w 136"/>
                  <a:gd name="T31" fmla="*/ 67 h 76"/>
                  <a:gd name="T32" fmla="*/ 8 w 136"/>
                  <a:gd name="T33" fmla="*/ 76 h 76"/>
                  <a:gd name="T34" fmla="*/ 7 w 136"/>
                  <a:gd name="T35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6" h="76">
                    <a:moveTo>
                      <a:pt x="7" y="76"/>
                    </a:moveTo>
                    <a:cubicBezTo>
                      <a:pt x="5" y="76"/>
                      <a:pt x="3" y="74"/>
                      <a:pt x="2" y="72"/>
                    </a:cubicBezTo>
                    <a:cubicBezTo>
                      <a:pt x="0" y="70"/>
                      <a:pt x="1" y="67"/>
                      <a:pt x="3" y="65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51" y="17"/>
                      <a:pt x="63" y="7"/>
                      <a:pt x="73" y="4"/>
                    </a:cubicBezTo>
                    <a:cubicBezTo>
                      <a:pt x="84" y="0"/>
                      <a:pt x="110" y="0"/>
                      <a:pt x="128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33" y="0"/>
                      <a:pt x="136" y="3"/>
                      <a:pt x="136" y="6"/>
                    </a:cubicBezTo>
                    <a:cubicBezTo>
                      <a:pt x="136" y="9"/>
                      <a:pt x="133" y="12"/>
                      <a:pt x="130" y="1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01" y="12"/>
                      <a:pt x="84" y="13"/>
                      <a:pt x="76" y="15"/>
                    </a:cubicBezTo>
                    <a:cubicBezTo>
                      <a:pt x="70" y="18"/>
                      <a:pt x="60" y="25"/>
                      <a:pt x="54" y="3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74" y="55"/>
                      <a:pt x="74" y="55"/>
                      <a:pt x="74" y="55"/>
                    </a:cubicBezTo>
                    <a:cubicBezTo>
                      <a:pt x="77" y="55"/>
                      <a:pt x="80" y="57"/>
                      <a:pt x="81" y="61"/>
                    </a:cubicBezTo>
                    <a:cubicBezTo>
                      <a:pt x="81" y="64"/>
                      <a:pt x="79" y="67"/>
                      <a:pt x="75" y="6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7" y="76"/>
                      <a:pt x="7" y="76"/>
                      <a:pt x="7" y="7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1" name="Freeform 114">
                <a:extLst>
                  <a:ext uri="{FF2B5EF4-FFF2-40B4-BE49-F238E27FC236}">
                    <a16:creationId xmlns:a16="http://schemas.microsoft.com/office/drawing/2014/main" id="{D3761A21-A5D6-3D80-6109-1BCA2885A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0" y="1995"/>
                <a:ext cx="131" cy="136"/>
              </a:xfrm>
              <a:custGeom>
                <a:avLst/>
                <a:gdLst>
                  <a:gd name="T0" fmla="*/ 6 w 89"/>
                  <a:gd name="T1" fmla="*/ 92 h 92"/>
                  <a:gd name="T2" fmla="*/ 2 w 89"/>
                  <a:gd name="T3" fmla="*/ 91 h 92"/>
                  <a:gd name="T4" fmla="*/ 0 w 89"/>
                  <a:gd name="T5" fmla="*/ 85 h 92"/>
                  <a:gd name="T6" fmla="*/ 27 w 89"/>
                  <a:gd name="T7" fmla="*/ 14 h 92"/>
                  <a:gd name="T8" fmla="*/ 66 w 89"/>
                  <a:gd name="T9" fmla="*/ 10 h 92"/>
                  <a:gd name="T10" fmla="*/ 66 w 89"/>
                  <a:gd name="T11" fmla="*/ 18 h 92"/>
                  <a:gd name="T12" fmla="*/ 57 w 89"/>
                  <a:gd name="T13" fmla="*/ 18 h 92"/>
                  <a:gd name="T14" fmla="*/ 36 w 89"/>
                  <a:gd name="T15" fmla="*/ 22 h 92"/>
                  <a:gd name="T16" fmla="*/ 15 w 89"/>
                  <a:gd name="T17" fmla="*/ 78 h 92"/>
                  <a:gd name="T18" fmla="*/ 70 w 89"/>
                  <a:gd name="T19" fmla="*/ 56 h 92"/>
                  <a:gd name="T20" fmla="*/ 77 w 89"/>
                  <a:gd name="T21" fmla="*/ 42 h 92"/>
                  <a:gd name="T22" fmla="*/ 74 w 89"/>
                  <a:gd name="T23" fmla="*/ 35 h 92"/>
                  <a:gd name="T24" fmla="*/ 74 w 89"/>
                  <a:gd name="T25" fmla="*/ 27 h 92"/>
                  <a:gd name="T26" fmla="*/ 83 w 89"/>
                  <a:gd name="T27" fmla="*/ 27 h 92"/>
                  <a:gd name="T28" fmla="*/ 89 w 89"/>
                  <a:gd name="T29" fmla="*/ 42 h 92"/>
                  <a:gd name="T30" fmla="*/ 78 w 89"/>
                  <a:gd name="T31" fmla="*/ 65 h 92"/>
                  <a:gd name="T32" fmla="*/ 8 w 89"/>
                  <a:gd name="T33" fmla="*/ 92 h 92"/>
                  <a:gd name="T34" fmla="*/ 6 w 89"/>
                  <a:gd name="T35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9" h="92">
                    <a:moveTo>
                      <a:pt x="6" y="92"/>
                    </a:moveTo>
                    <a:cubicBezTo>
                      <a:pt x="5" y="92"/>
                      <a:pt x="3" y="92"/>
                      <a:pt x="2" y="91"/>
                    </a:cubicBezTo>
                    <a:cubicBezTo>
                      <a:pt x="0" y="89"/>
                      <a:pt x="0" y="87"/>
                      <a:pt x="0" y="85"/>
                    </a:cubicBezTo>
                    <a:cubicBezTo>
                      <a:pt x="2" y="79"/>
                      <a:pt x="15" y="27"/>
                      <a:pt x="27" y="14"/>
                    </a:cubicBezTo>
                    <a:cubicBezTo>
                      <a:pt x="40" y="1"/>
                      <a:pt x="55" y="0"/>
                      <a:pt x="66" y="10"/>
                    </a:cubicBezTo>
                    <a:cubicBezTo>
                      <a:pt x="68" y="12"/>
                      <a:pt x="68" y="16"/>
                      <a:pt x="66" y="18"/>
                    </a:cubicBezTo>
                    <a:cubicBezTo>
                      <a:pt x="63" y="21"/>
                      <a:pt x="59" y="21"/>
                      <a:pt x="57" y="18"/>
                    </a:cubicBezTo>
                    <a:cubicBezTo>
                      <a:pt x="49" y="10"/>
                      <a:pt x="38" y="20"/>
                      <a:pt x="36" y="22"/>
                    </a:cubicBezTo>
                    <a:cubicBezTo>
                      <a:pt x="29" y="29"/>
                      <a:pt x="20" y="57"/>
                      <a:pt x="15" y="78"/>
                    </a:cubicBezTo>
                    <a:cubicBezTo>
                      <a:pt x="36" y="72"/>
                      <a:pt x="63" y="63"/>
                      <a:pt x="70" y="56"/>
                    </a:cubicBezTo>
                    <a:cubicBezTo>
                      <a:pt x="74" y="52"/>
                      <a:pt x="77" y="47"/>
                      <a:pt x="77" y="42"/>
                    </a:cubicBezTo>
                    <a:cubicBezTo>
                      <a:pt x="77" y="40"/>
                      <a:pt x="76" y="37"/>
                      <a:pt x="74" y="35"/>
                    </a:cubicBezTo>
                    <a:cubicBezTo>
                      <a:pt x="72" y="33"/>
                      <a:pt x="72" y="29"/>
                      <a:pt x="74" y="27"/>
                    </a:cubicBezTo>
                    <a:cubicBezTo>
                      <a:pt x="76" y="24"/>
                      <a:pt x="80" y="24"/>
                      <a:pt x="83" y="27"/>
                    </a:cubicBezTo>
                    <a:cubicBezTo>
                      <a:pt x="87" y="31"/>
                      <a:pt x="89" y="36"/>
                      <a:pt x="89" y="42"/>
                    </a:cubicBezTo>
                    <a:cubicBezTo>
                      <a:pt x="89" y="50"/>
                      <a:pt x="85" y="58"/>
                      <a:pt x="78" y="65"/>
                    </a:cubicBezTo>
                    <a:cubicBezTo>
                      <a:pt x="66" y="77"/>
                      <a:pt x="14" y="91"/>
                      <a:pt x="8" y="92"/>
                    </a:cubicBezTo>
                    <a:cubicBezTo>
                      <a:pt x="7" y="92"/>
                      <a:pt x="7" y="92"/>
                      <a:pt x="6" y="9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  <p:sp>
        <p:nvSpPr>
          <p:cNvPr id="307" name="TextBox 306">
            <a:extLst>
              <a:ext uri="{FF2B5EF4-FFF2-40B4-BE49-F238E27FC236}">
                <a16:creationId xmlns:a16="http://schemas.microsoft.com/office/drawing/2014/main" id="{169B4F44-9E31-F59A-8B6A-E00BF5CC42F7}"/>
              </a:ext>
            </a:extLst>
          </p:cNvPr>
          <p:cNvSpPr txBox="1"/>
          <p:nvPr/>
        </p:nvSpPr>
        <p:spPr>
          <a:xfrm>
            <a:off x="7270789" y="2829571"/>
            <a:ext cx="14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black"/>
                </a:solidFill>
                <a:latin typeface="santander Headline"/>
              </a:rPr>
              <a:t>DWP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0A675378-85A6-3D8D-FCDB-20B61573C7C1}"/>
              </a:ext>
            </a:extLst>
          </p:cNvPr>
          <p:cNvSpPr txBox="1"/>
          <p:nvPr/>
        </p:nvSpPr>
        <p:spPr>
          <a:xfrm>
            <a:off x="319964" y="3893701"/>
            <a:ext cx="1283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Gravity</a:t>
            </a:r>
          </a:p>
        </p:txBody>
      </p:sp>
    </p:spTree>
    <p:extLst>
      <p:ext uri="{BB962C8B-B14F-4D97-AF65-F5344CB8AC3E}">
        <p14:creationId xmlns:p14="http://schemas.microsoft.com/office/powerpoint/2010/main" val="68573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CF70-D249-D5FF-B48A-9D32C6FA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C266424B-7847-58B3-F9DA-76FB11C44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1" y="1114060"/>
            <a:ext cx="6708852" cy="5659656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17CBEF5E-BDAF-FD41-CD76-00DEBE4293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D3CE5727-24DB-5E5D-3093-A9C253C3BCE1}"/>
              </a:ext>
            </a:extLst>
          </p:cNvPr>
          <p:cNvGrpSpPr/>
          <p:nvPr/>
        </p:nvGrpSpPr>
        <p:grpSpPr>
          <a:xfrm>
            <a:off x="27880" y="1825508"/>
            <a:ext cx="2735873" cy="2008488"/>
            <a:chOff x="10064850" y="1874640"/>
            <a:chExt cx="2735873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BBB67024-6CA5-7D9E-44E0-99116E4FB80B}"/>
                </a:ext>
              </a:extLst>
            </p:cNvPr>
            <p:cNvGrpSpPr/>
            <p:nvPr/>
          </p:nvGrpSpPr>
          <p:grpSpPr>
            <a:xfrm>
              <a:off x="10064850" y="1878481"/>
              <a:ext cx="1761473" cy="1731982"/>
              <a:chOff x="9115727" y="2318530"/>
              <a:chExt cx="1761473" cy="1731982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6ADCB385-6E03-2845-6757-FAAA485C3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9815" y="2573675"/>
                <a:ext cx="1707385" cy="1476837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D4CB2D56-9C59-F7FF-B19D-93F723B24D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727" y="2318530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AEABA2D7-3EA0-ADB3-A99C-860654CC5693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MQGRSCGI1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1414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MQGRSCGI2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  <a:endParaRPr lang="es-ES"/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231377D8-5269-957D-EF02-64BD962FAA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3D370A79-C0A9-7BAE-E96F-A2917B095FC6}"/>
              </a:ext>
            </a:extLst>
          </p:cNvPr>
          <p:cNvGrpSpPr/>
          <p:nvPr/>
        </p:nvGrpSpPr>
        <p:grpSpPr>
          <a:xfrm>
            <a:off x="33494" y="4255596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4C914471-AC13-05AC-FC31-3A0B45D206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3E5A6690-39D3-C426-3D04-B2C92247A46C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C6AC638D-5254-26E3-8941-245E1C96B3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65C2E1C6-0438-954F-9275-085C5E7984DB}"/>
                </a:ext>
              </a:extLst>
            </p:cNvPr>
            <p:cNvGrpSpPr/>
            <p:nvPr/>
          </p:nvGrpSpPr>
          <p:grpSpPr>
            <a:xfrm>
              <a:off x="10126031" y="3834421"/>
              <a:ext cx="1679560" cy="351309"/>
              <a:chOff x="10126031" y="3834421"/>
              <a:chExt cx="1679560" cy="351309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859B8F0D-00E5-8672-E01A-A80741135F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DAE69DA6-8DD7-388E-408F-4CB22B5B96B7}"/>
                  </a:ext>
                </a:extLst>
              </p:cNvPr>
              <p:cNvSpPr txBox="1"/>
              <p:nvPr/>
            </p:nvSpPr>
            <p:spPr>
              <a:xfrm>
                <a:off x="10603788" y="383476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A70FDB73-46B8-26C0-72EE-AFE07A2B67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3801" y="531247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4EEAB3C4-6A5C-0C71-C554-238DC883BBB9}"/>
              </a:ext>
            </a:extLst>
          </p:cNvPr>
          <p:cNvSpPr txBox="1"/>
          <p:nvPr/>
        </p:nvSpPr>
        <p:spPr>
          <a:xfrm>
            <a:off x="8236225" y="545153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57730CAB-37E9-14AD-ECB1-4496FD8895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025" y="536718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72ED3AAD-09E1-C8EC-1096-43691C6A7FF2}"/>
              </a:ext>
            </a:extLst>
          </p:cNvPr>
          <p:cNvSpPr txBox="1"/>
          <p:nvPr/>
        </p:nvSpPr>
        <p:spPr>
          <a:xfrm>
            <a:off x="4147351" y="545112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AEBFE462-64A9-4C8F-051D-670BB67F6829}"/>
              </a:ext>
            </a:extLst>
          </p:cNvPr>
          <p:cNvSpPr/>
          <p:nvPr/>
        </p:nvSpPr>
        <p:spPr>
          <a:xfrm rot="10800000">
            <a:off x="5920954" y="594572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56F2DA4D-C224-029A-559C-00E6683C305F}"/>
              </a:ext>
            </a:extLst>
          </p:cNvPr>
          <p:cNvSpPr/>
          <p:nvPr/>
        </p:nvSpPr>
        <p:spPr>
          <a:xfrm>
            <a:off x="5943569" y="610633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AC0A345A-8A9D-1D5A-33B9-F40A5C670F26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D4868F5D-F645-9AE3-6B2C-91E7C901E193}"/>
              </a:ext>
            </a:extLst>
          </p:cNvPr>
          <p:cNvSpPr/>
          <p:nvPr/>
        </p:nvSpPr>
        <p:spPr>
          <a:xfrm rot="5400000">
            <a:off x="5107318" y="484922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64ED0079-C1B4-F667-AEE0-54483B25163F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CB790430-84A0-4F2D-852F-4BD823674FEB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3D74DF2F-3702-3A7D-B2B7-5B19363C6036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>
                <a:solidFill>
                  <a:srgbClr val="C00000"/>
                </a:solidFill>
                <a:latin typeface="Santander Headline"/>
              </a:rPr>
              <a:t>New accounts verification ( TAX 13 )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64EAF0C7-A3B2-B2BC-F709-57F18EDDB6BA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8F77172A-5A1C-5A4F-C58E-00078C47216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BF927FD7-22B4-53FA-12D2-DEF2BED6AB6D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7CA62DAD-A00F-3825-60DE-48633E00D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0" y="1387465"/>
            <a:ext cx="466713" cy="438377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D3F3B623-9C3F-10DC-FD0C-317C0E949B4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02" y="3904980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1AE2008C-0B38-41BF-395F-571CB69B8682}"/>
              </a:ext>
            </a:extLst>
          </p:cNvPr>
          <p:cNvGrpSpPr/>
          <p:nvPr/>
        </p:nvGrpSpPr>
        <p:grpSpPr>
          <a:xfrm>
            <a:off x="9661108" y="2079335"/>
            <a:ext cx="2404867" cy="2608849"/>
            <a:chOff x="1584358" y="1685724"/>
            <a:chExt cx="2377991" cy="2608849"/>
          </a:xfrm>
        </p:grpSpPr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C0B9A987-830B-FE6B-4B23-FC5F68B778A6}"/>
                </a:ext>
              </a:extLst>
            </p:cNvPr>
            <p:cNvGrpSpPr/>
            <p:nvPr/>
          </p:nvGrpSpPr>
          <p:grpSpPr>
            <a:xfrm>
              <a:off x="1584358" y="2153780"/>
              <a:ext cx="954963" cy="2140793"/>
              <a:chOff x="116424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3F13CEA7-CE05-0C1B-C831-31DF2350CB4A}"/>
                  </a:ext>
                </a:extLst>
              </p:cNvPr>
              <p:cNvSpPr/>
              <p:nvPr/>
            </p:nvSpPr>
            <p:spPr>
              <a:xfrm>
                <a:off x="116424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10538742-476C-81A8-910C-1D2C546E6E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73469" y="3845023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51145B42-94F6-D09D-FE1A-096203242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FA0CF186-6496-F405-380F-58F442336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011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4F168EBC-6FA7-25BC-A5CE-4E4BA746A4D5}"/>
              </a:ext>
            </a:extLst>
          </p:cNvPr>
          <p:cNvSpPr txBox="1"/>
          <p:nvPr/>
        </p:nvSpPr>
        <p:spPr>
          <a:xfrm>
            <a:off x="2819371" y="2041105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PKXN</a:t>
            </a:r>
            <a:endParaRPr lang="es-ES" sz="80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782757-09DD-AE1F-11C2-0389DCA91593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DWP03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4B88BD27-4A19-6C55-DF05-68E4D6727CB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3DEC314-3A1D-9DA9-548A-AE858F54F9AE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  <a:endParaRPr lang="es-ES" sz="1200"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87CB10-ED75-7F46-68A9-1DC7F3BF043E}"/>
              </a:ext>
            </a:extLst>
          </p:cNvPr>
          <p:cNvSpPr txBox="1"/>
          <p:nvPr/>
        </p:nvSpPr>
        <p:spPr>
          <a:xfrm>
            <a:off x="11106918" y="2667160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B677D59-999E-A8AE-B3FB-5B462DAD6955}"/>
              </a:ext>
            </a:extLst>
          </p:cNvPr>
          <p:cNvSpPr/>
          <p:nvPr/>
        </p:nvSpPr>
        <p:spPr>
          <a:xfrm>
            <a:off x="10461230" y="1438359"/>
            <a:ext cx="920208" cy="4090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DRSR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095C3B7-CFB4-F924-217B-988895ADC65B}"/>
              </a:ext>
            </a:extLst>
          </p:cNvPr>
          <p:cNvGrpSpPr/>
          <p:nvPr/>
        </p:nvGrpSpPr>
        <p:grpSpPr>
          <a:xfrm>
            <a:off x="4351232" y="1794165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3D60C625-8CF7-7ACC-12D8-302DED703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86248B4A-7D53-50C3-B438-CE4299FF86BA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B329C528-D23D-972E-B2A4-18D4CB1A9C89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0C7E64CE-BA19-249C-BE8F-94FE0648D138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14D3A7D3-91B5-00E9-02C0-F472E3E62C57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1414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MQLASCGI2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278F1E40-225B-28E5-EEC5-8B90C3DF53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55107230-09DD-987E-7C5F-480DA0B8F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3837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AADBD257-630B-11E5-E928-04F8ABA5B029}"/>
                </a:ext>
              </a:extLst>
            </p:cNvPr>
            <p:cNvSpPr txBox="1"/>
            <p:nvPr/>
          </p:nvSpPr>
          <p:spPr>
            <a:xfrm>
              <a:off x="6002488" y="3297512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C3F92DC-F6C9-F5A8-E060-24B86E300E35}"/>
              </a:ext>
            </a:extLst>
          </p:cNvPr>
          <p:cNvSpPr txBox="1"/>
          <p:nvPr/>
        </p:nvSpPr>
        <p:spPr>
          <a:xfrm>
            <a:off x="-159547" y="3673570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81F9490-2CBC-C225-F454-262C9178060D}"/>
              </a:ext>
            </a:extLst>
          </p:cNvPr>
          <p:cNvSpPr txBox="1"/>
          <p:nvPr/>
        </p:nvSpPr>
        <p:spPr>
          <a:xfrm>
            <a:off x="-140770" y="1448231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C17240C-F080-E674-9B4F-DD68CDA1CE00}"/>
              </a:ext>
            </a:extLst>
          </p:cNvPr>
          <p:cNvSpPr txBox="1"/>
          <p:nvPr/>
        </p:nvSpPr>
        <p:spPr>
          <a:xfrm>
            <a:off x="2755870" y="4919771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/>
              <a:t>TRX: </a:t>
            </a:r>
            <a:r>
              <a:rPr lang="es-E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PKXN</a:t>
            </a:r>
            <a:endParaRPr lang="es-ES" sz="80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D890C3A-C33A-AFD8-B9CC-56DA843BB98D}"/>
              </a:ext>
            </a:extLst>
          </p:cNvPr>
          <p:cNvSpPr txBox="1"/>
          <p:nvPr/>
        </p:nvSpPr>
        <p:spPr>
          <a:xfrm>
            <a:off x="871510" y="6155541"/>
            <a:ext cx="481254" cy="25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rgbClr val="000000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13B95474-45BB-F982-B23E-EB150B30CFC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8694" y="2083014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C04A39BB-F74A-85C0-0744-599EF363A97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795" y="1809874"/>
            <a:ext cx="691404" cy="416299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6791DEE7-D88B-C37C-0933-F8D886FD1D1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1704" y="1393159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2C9341CC-65D0-CCB6-F89E-F27CF96CC207}"/>
              </a:ext>
            </a:extLst>
          </p:cNvPr>
          <p:cNvGrpSpPr/>
          <p:nvPr/>
        </p:nvGrpSpPr>
        <p:grpSpPr>
          <a:xfrm>
            <a:off x="7147829" y="493864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8BF856FA-7E97-3EA0-95A0-DF5EF8082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D2A9D3A4-0F18-8C43-245D-5DA01EC93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C99FD2E8-78B8-46D5-F526-285B7FE767AD}"/>
              </a:ext>
            </a:extLst>
          </p:cNvPr>
          <p:cNvGrpSpPr/>
          <p:nvPr/>
        </p:nvGrpSpPr>
        <p:grpSpPr>
          <a:xfrm>
            <a:off x="4124403" y="491632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51B2ED99-C7E4-62DA-D58C-547EEC383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AAD7E1A6-494D-15CA-A244-BEC784C6D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5B6CC6D7-9BB3-6E62-8C0D-E053B09E78C8}"/>
              </a:ext>
            </a:extLst>
          </p:cNvPr>
          <p:cNvSpPr/>
          <p:nvPr/>
        </p:nvSpPr>
        <p:spPr>
          <a:xfrm rot="9315829" flipH="1" flipV="1">
            <a:off x="2218212" y="4237885"/>
            <a:ext cx="2656476" cy="24367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LQ.DWP.DEPOT.SAN &lt;- LQ.DWP.DEPOT.SAN_ZOS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B6B67D9B-E688-2B93-2F96-5683C16C57CB}"/>
              </a:ext>
            </a:extLst>
          </p:cNvPr>
          <p:cNvSpPr/>
          <p:nvPr/>
        </p:nvSpPr>
        <p:spPr>
          <a:xfrm rot="12185704" flipH="1" flipV="1">
            <a:off x="2451535" y="2674637"/>
            <a:ext cx="2366766" cy="23734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LQ.DWP.DEPOT.SAN &lt;- LQ.DWP.DEPOT.SAN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9" name="Flecha izquierda 12">
            <a:extLst>
              <a:ext uri="{FF2B5EF4-FFF2-40B4-BE49-F238E27FC236}">
                <a16:creationId xmlns:a16="http://schemas.microsoft.com/office/drawing/2014/main" id="{22A4C290-C5BE-B02F-56BC-93AF1CE28079}"/>
              </a:ext>
            </a:extLst>
          </p:cNvPr>
          <p:cNvSpPr/>
          <p:nvPr/>
        </p:nvSpPr>
        <p:spPr>
          <a:xfrm rot="10800000" flipH="1" flipV="1">
            <a:off x="6631883" y="3269663"/>
            <a:ext cx="3166202" cy="222865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>
                <a:solidFill>
                  <a:schemeClr val="bg1"/>
                </a:solidFill>
                <a:ea typeface="+mn-lt"/>
                <a:cs typeface="+mn-lt"/>
              </a:rPr>
              <a:t>SAN.REQUEST.DWP03.TUG &lt;- </a:t>
            </a:r>
            <a:r>
              <a:rPr lang="es-ES" sz="800" dirty="0">
                <a:solidFill>
                  <a:schemeClr val="tx1"/>
                </a:solidFill>
                <a:highlight>
                  <a:srgbClr val="FFFF00"/>
                </a:highlight>
                <a:ea typeface="+mn-lt"/>
                <a:cs typeface="+mn-lt"/>
              </a:rPr>
              <a:t>Queue3</a:t>
            </a:r>
            <a:endParaRPr lang="es-ES" dirty="0">
              <a:solidFill>
                <a:schemeClr val="tx1"/>
              </a:solidFill>
              <a:highlight>
                <a:srgbClr val="FFFF00"/>
              </a:highlight>
              <a:ea typeface="+mn-lt"/>
              <a:cs typeface="+mn-lt"/>
            </a:endParaRPr>
          </a:p>
        </p:txBody>
      </p:sp>
      <p:sp>
        <p:nvSpPr>
          <p:cNvPr id="11" name="CuadroTexto 35">
            <a:extLst>
              <a:ext uri="{FF2B5EF4-FFF2-40B4-BE49-F238E27FC236}">
                <a16:creationId xmlns:a16="http://schemas.microsoft.com/office/drawing/2014/main" id="{313E67D8-1341-A38A-E659-65FA789EA6B7}"/>
              </a:ext>
            </a:extLst>
          </p:cNvPr>
          <p:cNvSpPr txBox="1"/>
          <p:nvPr/>
        </p:nvSpPr>
        <p:spPr>
          <a:xfrm>
            <a:off x="1679667" y="6003046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9" name="CuadroTexto 39">
            <a:hlinkClick r:id="rId23"/>
            <a:extLst>
              <a:ext uri="{FF2B5EF4-FFF2-40B4-BE49-F238E27FC236}">
                <a16:creationId xmlns:a16="http://schemas.microsoft.com/office/drawing/2014/main" id="{8B1160FF-099F-A3D8-0B5D-28AE71253951}"/>
              </a:ext>
            </a:extLst>
          </p:cNvPr>
          <p:cNvSpPr txBox="1"/>
          <p:nvPr/>
        </p:nvSpPr>
        <p:spPr>
          <a:xfrm>
            <a:off x="3747495" y="6278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5" name="CuadroTexto 38">
            <a:extLst>
              <a:ext uri="{FF2B5EF4-FFF2-40B4-BE49-F238E27FC236}">
                <a16:creationId xmlns:a16="http://schemas.microsoft.com/office/drawing/2014/main" id="{E958F2C3-BE1C-07C1-C97E-3851B0B6C244}"/>
              </a:ext>
            </a:extLst>
          </p:cNvPr>
          <p:cNvSpPr txBox="1"/>
          <p:nvPr/>
        </p:nvSpPr>
        <p:spPr>
          <a:xfrm>
            <a:off x="8470470" y="628811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4" name="CuadroTexto 36">
            <a:extLst>
              <a:ext uri="{FF2B5EF4-FFF2-40B4-BE49-F238E27FC236}">
                <a16:creationId xmlns:a16="http://schemas.microsoft.com/office/drawing/2014/main" id="{3664E641-AD3E-DE68-E323-FB5D38877ED1}"/>
              </a:ext>
            </a:extLst>
          </p:cNvPr>
          <p:cNvSpPr txBox="1"/>
          <p:nvPr/>
        </p:nvSpPr>
        <p:spPr>
          <a:xfrm>
            <a:off x="1712644" y="345034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7" name="CuadroTexto 40">
            <a:extLst>
              <a:ext uri="{FF2B5EF4-FFF2-40B4-BE49-F238E27FC236}">
                <a16:creationId xmlns:a16="http://schemas.microsoft.com/office/drawing/2014/main" id="{7DFF02A9-BA95-DCDA-E235-14AF8D0872FB}"/>
              </a:ext>
            </a:extLst>
          </p:cNvPr>
          <p:cNvSpPr txBox="1"/>
          <p:nvPr/>
        </p:nvSpPr>
        <p:spPr>
          <a:xfrm>
            <a:off x="4439493" y="398286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1" name="CuadroTexto 41">
            <a:extLst>
              <a:ext uri="{FF2B5EF4-FFF2-40B4-BE49-F238E27FC236}">
                <a16:creationId xmlns:a16="http://schemas.microsoft.com/office/drawing/2014/main" id="{CE5B09DD-D17A-5D47-BEE9-9885D92C2370}"/>
              </a:ext>
            </a:extLst>
          </p:cNvPr>
          <p:cNvSpPr txBox="1"/>
          <p:nvPr/>
        </p:nvSpPr>
        <p:spPr>
          <a:xfrm>
            <a:off x="5574425" y="3976603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</p:spTree>
    <p:extLst>
      <p:ext uri="{BB962C8B-B14F-4D97-AF65-F5344CB8AC3E}">
        <p14:creationId xmlns:p14="http://schemas.microsoft.com/office/powerpoint/2010/main" val="9990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0BC7-731A-C2A0-49F9-79D5D9B5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28">
            <a:extLst>
              <a:ext uri="{FF2B5EF4-FFF2-40B4-BE49-F238E27FC236}">
                <a16:creationId xmlns:a16="http://schemas.microsoft.com/office/drawing/2014/main" id="{0C804758-2EB4-FF4F-70A3-0F602E043B89}"/>
              </a:ext>
            </a:extLst>
          </p:cNvPr>
          <p:cNvSpPr/>
          <p:nvPr/>
        </p:nvSpPr>
        <p:spPr>
          <a:xfrm>
            <a:off x="230625" y="1581716"/>
            <a:ext cx="8392407" cy="5014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OBHENMIC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229" name="Group 129">
            <a:extLst>
              <a:ext uri="{FF2B5EF4-FFF2-40B4-BE49-F238E27FC236}">
                <a16:creationId xmlns:a16="http://schemas.microsoft.com/office/drawing/2014/main" id="{2A1CF976-B7CC-BF69-C27C-DE35DF70EC70}"/>
              </a:ext>
            </a:extLst>
          </p:cNvPr>
          <p:cNvGrpSpPr/>
          <p:nvPr/>
        </p:nvGrpSpPr>
        <p:grpSpPr>
          <a:xfrm>
            <a:off x="222142" y="1611308"/>
            <a:ext cx="1098530" cy="664463"/>
            <a:chOff x="996968" y="1879739"/>
            <a:chExt cx="576000" cy="540000"/>
          </a:xfrm>
        </p:grpSpPr>
        <p:cxnSp>
          <p:nvCxnSpPr>
            <p:cNvPr id="239" name="Straight Connector 210">
              <a:extLst>
                <a:ext uri="{FF2B5EF4-FFF2-40B4-BE49-F238E27FC236}">
                  <a16:creationId xmlns:a16="http://schemas.microsoft.com/office/drawing/2014/main" id="{69AF6ABC-3C5E-7569-A120-6B2A0A8A35B8}"/>
                </a:ext>
              </a:extLst>
            </p:cNvPr>
            <p:cNvCxnSpPr/>
            <p:nvPr/>
          </p:nvCxnSpPr>
          <p:spPr>
            <a:xfrm>
              <a:off x="1005332" y="187973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11">
              <a:extLst>
                <a:ext uri="{FF2B5EF4-FFF2-40B4-BE49-F238E27FC236}">
                  <a16:creationId xmlns:a16="http://schemas.microsoft.com/office/drawing/2014/main" id="{40F2BA83-EA7E-81CB-EB35-51FB8B581D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968" y="1603185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152">
            <a:extLst>
              <a:ext uri="{FF2B5EF4-FFF2-40B4-BE49-F238E27FC236}">
                <a16:creationId xmlns:a16="http://schemas.microsoft.com/office/drawing/2014/main" id="{35701A20-F7FD-7A6B-29CC-D4135D3A4FB2}"/>
              </a:ext>
            </a:extLst>
          </p:cNvPr>
          <p:cNvGrpSpPr/>
          <p:nvPr/>
        </p:nvGrpSpPr>
        <p:grpSpPr>
          <a:xfrm rot="5400000">
            <a:off x="7763486" y="1410532"/>
            <a:ext cx="708761" cy="1029876"/>
            <a:chOff x="996696" y="1879694"/>
            <a:chExt cx="576000" cy="540002"/>
          </a:xfrm>
        </p:grpSpPr>
        <p:cxnSp>
          <p:nvCxnSpPr>
            <p:cNvPr id="237" name="Straight Connector 208">
              <a:extLst>
                <a:ext uri="{FF2B5EF4-FFF2-40B4-BE49-F238E27FC236}">
                  <a16:creationId xmlns:a16="http://schemas.microsoft.com/office/drawing/2014/main" id="{A9BB70DF-629D-36E1-95A9-CD22B2957800}"/>
                </a:ext>
              </a:extLst>
            </p:cNvPr>
            <p:cNvCxnSpPr/>
            <p:nvPr/>
          </p:nvCxnSpPr>
          <p:spPr>
            <a:xfrm>
              <a:off x="1005332" y="1879696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09">
              <a:extLst>
                <a:ext uri="{FF2B5EF4-FFF2-40B4-BE49-F238E27FC236}">
                  <a16:creationId xmlns:a16="http://schemas.microsoft.com/office/drawing/2014/main" id="{1E04514E-C73D-056C-3177-C32F7F334E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696" y="159169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02">
            <a:extLst>
              <a:ext uri="{FF2B5EF4-FFF2-40B4-BE49-F238E27FC236}">
                <a16:creationId xmlns:a16="http://schemas.microsoft.com/office/drawing/2014/main" id="{DC10DDBD-DDDC-062F-2961-B72B680CF7BD}"/>
              </a:ext>
            </a:extLst>
          </p:cNvPr>
          <p:cNvGrpSpPr/>
          <p:nvPr/>
        </p:nvGrpSpPr>
        <p:grpSpPr>
          <a:xfrm rot="16200000">
            <a:off x="381034" y="5784871"/>
            <a:ext cx="708761" cy="1029872"/>
            <a:chOff x="1169162" y="1882999"/>
            <a:chExt cx="576000" cy="540000"/>
          </a:xfrm>
        </p:grpSpPr>
        <p:cxnSp>
          <p:nvCxnSpPr>
            <p:cNvPr id="235" name="Straight Connector 206">
              <a:extLst>
                <a:ext uri="{FF2B5EF4-FFF2-40B4-BE49-F238E27FC236}">
                  <a16:creationId xmlns:a16="http://schemas.microsoft.com/office/drawing/2014/main" id="{9B97191E-DD19-5BE8-1C02-5DD7ADE073BA}"/>
                </a:ext>
              </a:extLst>
            </p:cNvPr>
            <p:cNvCxnSpPr/>
            <p:nvPr/>
          </p:nvCxnSpPr>
          <p:spPr>
            <a:xfrm>
              <a:off x="1183462" y="188299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07">
              <a:extLst>
                <a:ext uri="{FF2B5EF4-FFF2-40B4-BE49-F238E27FC236}">
                  <a16:creationId xmlns:a16="http://schemas.microsoft.com/office/drawing/2014/main" id="{28A89D11-61B8-F6A1-1EB6-3C0EE68DEF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57162" y="160318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03">
            <a:extLst>
              <a:ext uri="{FF2B5EF4-FFF2-40B4-BE49-F238E27FC236}">
                <a16:creationId xmlns:a16="http://schemas.microsoft.com/office/drawing/2014/main" id="{930CFA16-1616-7A5A-7A7C-64F53176854F}"/>
              </a:ext>
            </a:extLst>
          </p:cNvPr>
          <p:cNvGrpSpPr/>
          <p:nvPr/>
        </p:nvGrpSpPr>
        <p:grpSpPr>
          <a:xfrm rot="10800000">
            <a:off x="7534275" y="5989724"/>
            <a:ext cx="1098530" cy="664463"/>
            <a:chOff x="986280" y="2069312"/>
            <a:chExt cx="576000" cy="540000"/>
          </a:xfrm>
        </p:grpSpPr>
        <p:cxnSp>
          <p:nvCxnSpPr>
            <p:cNvPr id="233" name="Straight Connector 204">
              <a:extLst>
                <a:ext uri="{FF2B5EF4-FFF2-40B4-BE49-F238E27FC236}">
                  <a16:creationId xmlns:a16="http://schemas.microsoft.com/office/drawing/2014/main" id="{F15FDCBC-1185-5F64-E1DA-88C2AA480F3B}"/>
                </a:ext>
              </a:extLst>
            </p:cNvPr>
            <p:cNvCxnSpPr/>
            <p:nvPr/>
          </p:nvCxnSpPr>
          <p:spPr>
            <a:xfrm>
              <a:off x="991402" y="2069312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05">
              <a:extLst>
                <a:ext uri="{FF2B5EF4-FFF2-40B4-BE49-F238E27FC236}">
                  <a16:creationId xmlns:a16="http://schemas.microsoft.com/office/drawing/2014/main" id="{C961D0A1-A1CF-E317-BAC2-E108838629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74280" y="178131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Marcador de número de diapositiva 2">
            <a:extLst>
              <a:ext uri="{FF2B5EF4-FFF2-40B4-BE49-F238E27FC236}">
                <a16:creationId xmlns:a16="http://schemas.microsoft.com/office/drawing/2014/main" id="{2B6957DD-1177-0343-C443-57CF643A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95" y="6437996"/>
            <a:ext cx="35256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F77EEE41-FA5A-5C4E-2F74-AB7E797F9F38}"/>
              </a:ext>
            </a:extLst>
          </p:cNvPr>
          <p:cNvSpPr/>
          <p:nvPr/>
        </p:nvSpPr>
        <p:spPr>
          <a:xfrm>
            <a:off x="0" y="673566"/>
            <a:ext cx="12192000" cy="870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EBE35B01-A053-796F-8AE5-9595D0F883A7}"/>
              </a:ext>
            </a:extLst>
          </p:cNvPr>
          <p:cNvSpPr/>
          <p:nvPr/>
        </p:nvSpPr>
        <p:spPr>
          <a:xfrm>
            <a:off x="739096" y="453855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4" name="Marcador de texto 3">
            <a:extLst>
              <a:ext uri="{FF2B5EF4-FFF2-40B4-BE49-F238E27FC236}">
                <a16:creationId xmlns:a16="http://schemas.microsoft.com/office/drawing/2014/main" id="{4E273C3E-A286-1F13-C902-5505862F034C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7068E690-B411-755F-4435-ECADEF78E6D9}"/>
              </a:ext>
            </a:extLst>
          </p:cNvPr>
          <p:cNvSpPr/>
          <p:nvPr/>
        </p:nvSpPr>
        <p:spPr>
          <a:xfrm>
            <a:off x="1381336" y="88724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Santander Headline"/>
              </a:rPr>
              <a:t>DWP Operations –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Diagrama</a:t>
            </a:r>
            <a:r>
              <a:rPr lang="en-US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Integración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657FF06E-BA96-BCBA-3348-806A1AE5E31C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54BC3F82-CB92-7BB2-18DE-B486B15B8D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grpSp>
        <p:nvGrpSpPr>
          <p:cNvPr id="241" name="Group 246">
            <a:extLst>
              <a:ext uri="{FF2B5EF4-FFF2-40B4-BE49-F238E27FC236}">
                <a16:creationId xmlns:a16="http://schemas.microsoft.com/office/drawing/2014/main" id="{3F0C0BB0-8BCE-3593-B4E2-5062FF0FB0BC}"/>
              </a:ext>
            </a:extLst>
          </p:cNvPr>
          <p:cNvGrpSpPr/>
          <p:nvPr/>
        </p:nvGrpSpPr>
        <p:grpSpPr>
          <a:xfrm>
            <a:off x="9090561" y="1685005"/>
            <a:ext cx="2767471" cy="271403"/>
            <a:chOff x="1762778" y="2834291"/>
            <a:chExt cx="9589994" cy="187258"/>
          </a:xfrm>
        </p:grpSpPr>
        <p:cxnSp>
          <p:nvCxnSpPr>
            <p:cNvPr id="242" name="Straight Connector 247">
              <a:extLst>
                <a:ext uri="{FF2B5EF4-FFF2-40B4-BE49-F238E27FC236}">
                  <a16:creationId xmlns:a16="http://schemas.microsoft.com/office/drawing/2014/main" id="{EBEA6AB7-DAC0-68B9-C5EA-B81FFDF5AA0D}"/>
                </a:ext>
              </a:extLst>
            </p:cNvPr>
            <p:cNvCxnSpPr>
              <a:cxnSpLocks/>
            </p:cNvCxnSpPr>
            <p:nvPr/>
          </p:nvCxnSpPr>
          <p:spPr>
            <a:xfrm>
              <a:off x="1762778" y="2928402"/>
              <a:ext cx="9589994" cy="735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ectangle 248">
              <a:extLst>
                <a:ext uri="{FF2B5EF4-FFF2-40B4-BE49-F238E27FC236}">
                  <a16:creationId xmlns:a16="http://schemas.microsoft.com/office/drawing/2014/main" id="{0663EA71-CA46-751F-1D7B-817A434F4ADB}"/>
                </a:ext>
              </a:extLst>
            </p:cNvPr>
            <p:cNvSpPr/>
            <p:nvPr/>
          </p:nvSpPr>
          <p:spPr>
            <a:xfrm>
              <a:off x="3990424" y="2834291"/>
              <a:ext cx="5134698" cy="187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Main features</a:t>
              </a:r>
            </a:p>
          </p:txBody>
        </p:sp>
      </p:grp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12C41A7F-A7AF-BC38-57CA-D0820C1066A7}"/>
              </a:ext>
            </a:extLst>
          </p:cNvPr>
          <p:cNvSpPr/>
          <p:nvPr/>
        </p:nvSpPr>
        <p:spPr>
          <a:xfrm>
            <a:off x="2754341" y="1934460"/>
            <a:ext cx="2954649" cy="325709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176" name="Group 248">
            <a:extLst>
              <a:ext uri="{FF2B5EF4-FFF2-40B4-BE49-F238E27FC236}">
                <a16:creationId xmlns:a16="http://schemas.microsoft.com/office/drawing/2014/main" id="{6AE7283B-662B-037C-A480-BCFD35F7E0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814" y="2359445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77" name="Freeform 249">
              <a:extLst>
                <a:ext uri="{FF2B5EF4-FFF2-40B4-BE49-F238E27FC236}">
                  <a16:creationId xmlns:a16="http://schemas.microsoft.com/office/drawing/2014/main" id="{0C26CD6B-3581-ABC1-7AE5-0B78EE3CE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8" name="Freeform 250">
              <a:extLst>
                <a:ext uri="{FF2B5EF4-FFF2-40B4-BE49-F238E27FC236}">
                  <a16:creationId xmlns:a16="http://schemas.microsoft.com/office/drawing/2014/main" id="{D6E843C8-5F1C-57D3-7E8C-5F3FA02CB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9" name="Oval 251">
              <a:extLst>
                <a:ext uri="{FF2B5EF4-FFF2-40B4-BE49-F238E27FC236}">
                  <a16:creationId xmlns:a16="http://schemas.microsoft.com/office/drawing/2014/main" id="{3D9D9614-80FE-9539-B650-A15911256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0" name="Oval 252">
              <a:extLst>
                <a:ext uri="{FF2B5EF4-FFF2-40B4-BE49-F238E27FC236}">
                  <a16:creationId xmlns:a16="http://schemas.microsoft.com/office/drawing/2014/main" id="{0FEFE29B-467F-685C-1656-1999AA36A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1" name="Oval 253">
              <a:extLst>
                <a:ext uri="{FF2B5EF4-FFF2-40B4-BE49-F238E27FC236}">
                  <a16:creationId xmlns:a16="http://schemas.microsoft.com/office/drawing/2014/main" id="{649188DC-881F-5DC1-4E46-732FE529E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2" name="Freeform 254">
              <a:extLst>
                <a:ext uri="{FF2B5EF4-FFF2-40B4-BE49-F238E27FC236}">
                  <a16:creationId xmlns:a16="http://schemas.microsoft.com/office/drawing/2014/main" id="{60DB799C-5600-42C5-FECD-3F5BD19C5A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3" name="Freeform 255">
              <a:extLst>
                <a:ext uri="{FF2B5EF4-FFF2-40B4-BE49-F238E27FC236}">
                  <a16:creationId xmlns:a16="http://schemas.microsoft.com/office/drawing/2014/main" id="{DB7A953D-DADA-B1A0-C4A0-442D4BD7A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4" name="Oval 256">
              <a:extLst>
                <a:ext uri="{FF2B5EF4-FFF2-40B4-BE49-F238E27FC236}">
                  <a16:creationId xmlns:a16="http://schemas.microsoft.com/office/drawing/2014/main" id="{335A638E-018F-8AD0-B903-50AE1F784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5" name="Oval 257">
              <a:extLst>
                <a:ext uri="{FF2B5EF4-FFF2-40B4-BE49-F238E27FC236}">
                  <a16:creationId xmlns:a16="http://schemas.microsoft.com/office/drawing/2014/main" id="{A87AEBDB-176E-3A8D-7E02-BF97FB4BF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6" name="Oval 258">
              <a:extLst>
                <a:ext uri="{FF2B5EF4-FFF2-40B4-BE49-F238E27FC236}">
                  <a16:creationId xmlns:a16="http://schemas.microsoft.com/office/drawing/2014/main" id="{70B9DB1C-88A9-8EDA-8D6A-960BF7B0F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7" name="Freeform 259">
              <a:extLst>
                <a:ext uri="{FF2B5EF4-FFF2-40B4-BE49-F238E27FC236}">
                  <a16:creationId xmlns:a16="http://schemas.microsoft.com/office/drawing/2014/main" id="{B5617230-2C1E-53D8-F846-6B3EEAB15D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8" name="Freeform 260">
              <a:extLst>
                <a:ext uri="{FF2B5EF4-FFF2-40B4-BE49-F238E27FC236}">
                  <a16:creationId xmlns:a16="http://schemas.microsoft.com/office/drawing/2014/main" id="{61D2D262-0F51-1265-D2F7-88933D350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9" name="Oval 261">
              <a:extLst>
                <a:ext uri="{FF2B5EF4-FFF2-40B4-BE49-F238E27FC236}">
                  <a16:creationId xmlns:a16="http://schemas.microsoft.com/office/drawing/2014/main" id="{7EA3418A-2972-2BD0-B69C-2F750F3A9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0" name="Oval 262">
              <a:extLst>
                <a:ext uri="{FF2B5EF4-FFF2-40B4-BE49-F238E27FC236}">
                  <a16:creationId xmlns:a16="http://schemas.microsoft.com/office/drawing/2014/main" id="{09CE309D-F5BD-11E1-C4D4-B9BEDB346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1" name="Oval 263">
              <a:extLst>
                <a:ext uri="{FF2B5EF4-FFF2-40B4-BE49-F238E27FC236}">
                  <a16:creationId xmlns:a16="http://schemas.microsoft.com/office/drawing/2014/main" id="{2561298E-736C-678D-F6D6-714AF2AA1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2" name="Freeform 264">
              <a:extLst>
                <a:ext uri="{FF2B5EF4-FFF2-40B4-BE49-F238E27FC236}">
                  <a16:creationId xmlns:a16="http://schemas.microsoft.com/office/drawing/2014/main" id="{B5AFC9F5-311D-5726-9AE6-24C1690155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889DC535-1726-9269-0DDB-0451D6A023E1}"/>
              </a:ext>
            </a:extLst>
          </p:cNvPr>
          <p:cNvSpPr txBox="1"/>
          <p:nvPr/>
        </p:nvSpPr>
        <p:spPr>
          <a:xfrm>
            <a:off x="276793" y="1997862"/>
            <a:ext cx="1410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Mainframe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2B00F08-0D14-C50B-1127-67786EF599DF}"/>
              </a:ext>
            </a:extLst>
          </p:cNvPr>
          <p:cNvCxnSpPr>
            <a:cxnSpLocks/>
          </p:cNvCxnSpPr>
          <p:nvPr/>
        </p:nvCxnSpPr>
        <p:spPr>
          <a:xfrm flipH="1" flipV="1">
            <a:off x="1279469" y="2769755"/>
            <a:ext cx="2526371" cy="68128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14098961-513C-2CB0-531F-1C7C6B1604DD}"/>
              </a:ext>
            </a:extLst>
          </p:cNvPr>
          <p:cNvCxnSpPr>
            <a:cxnSpLocks/>
          </p:cNvCxnSpPr>
          <p:nvPr/>
        </p:nvCxnSpPr>
        <p:spPr>
          <a:xfrm flipH="1">
            <a:off x="4780515" y="3553462"/>
            <a:ext cx="28224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248">
            <a:extLst>
              <a:ext uri="{FF2B5EF4-FFF2-40B4-BE49-F238E27FC236}">
                <a16:creationId xmlns:a16="http://schemas.microsoft.com/office/drawing/2014/main" id="{9C5F0A6A-64ED-E5B5-0D21-22631F16C66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91867" y="3126171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97" name="Freeform 249">
              <a:extLst>
                <a:ext uri="{FF2B5EF4-FFF2-40B4-BE49-F238E27FC236}">
                  <a16:creationId xmlns:a16="http://schemas.microsoft.com/office/drawing/2014/main" id="{66AAC310-CF4B-D216-8A7F-353DBC6ADF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8" name="Freeform 250">
              <a:extLst>
                <a:ext uri="{FF2B5EF4-FFF2-40B4-BE49-F238E27FC236}">
                  <a16:creationId xmlns:a16="http://schemas.microsoft.com/office/drawing/2014/main" id="{9943F9CC-27AC-D91F-EA4A-DBDCD244D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9" name="Oval 251">
              <a:extLst>
                <a:ext uri="{FF2B5EF4-FFF2-40B4-BE49-F238E27FC236}">
                  <a16:creationId xmlns:a16="http://schemas.microsoft.com/office/drawing/2014/main" id="{870ED17F-E40D-CF2C-DD4F-395C17755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0" name="Oval 252">
              <a:extLst>
                <a:ext uri="{FF2B5EF4-FFF2-40B4-BE49-F238E27FC236}">
                  <a16:creationId xmlns:a16="http://schemas.microsoft.com/office/drawing/2014/main" id="{DBE8D617-D478-EFBB-16AD-3BDFD50BE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1" name="Oval 253">
              <a:extLst>
                <a:ext uri="{FF2B5EF4-FFF2-40B4-BE49-F238E27FC236}">
                  <a16:creationId xmlns:a16="http://schemas.microsoft.com/office/drawing/2014/main" id="{FDF1AE4E-5053-B51C-7E73-A29C79E54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2" name="Freeform 254">
              <a:extLst>
                <a:ext uri="{FF2B5EF4-FFF2-40B4-BE49-F238E27FC236}">
                  <a16:creationId xmlns:a16="http://schemas.microsoft.com/office/drawing/2014/main" id="{9BAE70E9-78FD-8CC1-CA3E-88A4271B49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3" name="Freeform 255">
              <a:extLst>
                <a:ext uri="{FF2B5EF4-FFF2-40B4-BE49-F238E27FC236}">
                  <a16:creationId xmlns:a16="http://schemas.microsoft.com/office/drawing/2014/main" id="{87379043-6002-DB8A-FCB3-9A7D0AC1E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4" name="Oval 256">
              <a:extLst>
                <a:ext uri="{FF2B5EF4-FFF2-40B4-BE49-F238E27FC236}">
                  <a16:creationId xmlns:a16="http://schemas.microsoft.com/office/drawing/2014/main" id="{6D1CF125-DB1B-8DEE-CB99-96A5DDD86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5" name="Oval 257">
              <a:extLst>
                <a:ext uri="{FF2B5EF4-FFF2-40B4-BE49-F238E27FC236}">
                  <a16:creationId xmlns:a16="http://schemas.microsoft.com/office/drawing/2014/main" id="{AF7BA908-B12C-526B-E056-2E9D7F547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7" name="Oval 258">
              <a:extLst>
                <a:ext uri="{FF2B5EF4-FFF2-40B4-BE49-F238E27FC236}">
                  <a16:creationId xmlns:a16="http://schemas.microsoft.com/office/drawing/2014/main" id="{0DC735C3-FC06-D2F9-D631-62B42D90B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8" name="Freeform 259">
              <a:extLst>
                <a:ext uri="{FF2B5EF4-FFF2-40B4-BE49-F238E27FC236}">
                  <a16:creationId xmlns:a16="http://schemas.microsoft.com/office/drawing/2014/main" id="{90D621D8-1B06-9E61-8256-68EE281AB4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9" name="Freeform 260">
              <a:extLst>
                <a:ext uri="{FF2B5EF4-FFF2-40B4-BE49-F238E27FC236}">
                  <a16:creationId xmlns:a16="http://schemas.microsoft.com/office/drawing/2014/main" id="{567E84B2-B941-4E3F-47C1-D0B6BA341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0" name="Oval 261">
              <a:extLst>
                <a:ext uri="{FF2B5EF4-FFF2-40B4-BE49-F238E27FC236}">
                  <a16:creationId xmlns:a16="http://schemas.microsoft.com/office/drawing/2014/main" id="{937F9505-89BD-253E-A869-E00C319AF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1" name="Oval 262">
              <a:extLst>
                <a:ext uri="{FF2B5EF4-FFF2-40B4-BE49-F238E27FC236}">
                  <a16:creationId xmlns:a16="http://schemas.microsoft.com/office/drawing/2014/main" id="{8E918D27-69BF-1D4E-4511-36559A3CF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2" name="Oval 263">
              <a:extLst>
                <a:ext uri="{FF2B5EF4-FFF2-40B4-BE49-F238E27FC236}">
                  <a16:creationId xmlns:a16="http://schemas.microsoft.com/office/drawing/2014/main" id="{69F5B57D-3525-8B42-A78B-3F3CE230D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3" name="Freeform 264">
              <a:extLst>
                <a:ext uri="{FF2B5EF4-FFF2-40B4-BE49-F238E27FC236}">
                  <a16:creationId xmlns:a16="http://schemas.microsoft.com/office/drawing/2014/main" id="{ED3C851B-FBD2-00F9-B312-8BA271376C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grpSp>
        <p:nvGrpSpPr>
          <p:cNvPr id="216" name="Group 248">
            <a:extLst>
              <a:ext uri="{FF2B5EF4-FFF2-40B4-BE49-F238E27FC236}">
                <a16:creationId xmlns:a16="http://schemas.microsoft.com/office/drawing/2014/main" id="{087ED20A-4C63-3611-69AE-AB720FA73B5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217" y="4191699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217" name="Freeform 249">
              <a:extLst>
                <a:ext uri="{FF2B5EF4-FFF2-40B4-BE49-F238E27FC236}">
                  <a16:creationId xmlns:a16="http://schemas.microsoft.com/office/drawing/2014/main" id="{B7407381-5E0B-CF7A-0402-16F5E45C8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8" name="Freeform 250">
              <a:extLst>
                <a:ext uri="{FF2B5EF4-FFF2-40B4-BE49-F238E27FC236}">
                  <a16:creationId xmlns:a16="http://schemas.microsoft.com/office/drawing/2014/main" id="{CFC0A119-C2F5-4009-43B4-4E0DA02FE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9" name="Oval 251">
              <a:extLst>
                <a:ext uri="{FF2B5EF4-FFF2-40B4-BE49-F238E27FC236}">
                  <a16:creationId xmlns:a16="http://schemas.microsoft.com/office/drawing/2014/main" id="{DF049228-DFAF-1C42-C77E-8B5CAC5F7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0" name="Oval 252">
              <a:extLst>
                <a:ext uri="{FF2B5EF4-FFF2-40B4-BE49-F238E27FC236}">
                  <a16:creationId xmlns:a16="http://schemas.microsoft.com/office/drawing/2014/main" id="{64D29801-5299-A631-A052-7981898A9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1" name="Oval 253">
              <a:extLst>
                <a:ext uri="{FF2B5EF4-FFF2-40B4-BE49-F238E27FC236}">
                  <a16:creationId xmlns:a16="http://schemas.microsoft.com/office/drawing/2014/main" id="{C1345025-122C-0BBB-AEDB-08AE96941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2" name="Freeform 254">
              <a:extLst>
                <a:ext uri="{FF2B5EF4-FFF2-40B4-BE49-F238E27FC236}">
                  <a16:creationId xmlns:a16="http://schemas.microsoft.com/office/drawing/2014/main" id="{DB0BE41E-2270-59B6-242E-55E19D7AD2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3" name="Freeform 255">
              <a:extLst>
                <a:ext uri="{FF2B5EF4-FFF2-40B4-BE49-F238E27FC236}">
                  <a16:creationId xmlns:a16="http://schemas.microsoft.com/office/drawing/2014/main" id="{2E84977F-817C-0BD7-9C74-C008A7950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4" name="Oval 256">
              <a:extLst>
                <a:ext uri="{FF2B5EF4-FFF2-40B4-BE49-F238E27FC236}">
                  <a16:creationId xmlns:a16="http://schemas.microsoft.com/office/drawing/2014/main" id="{BD343504-8F19-EF7C-D407-D81F6D9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5" name="Oval 257">
              <a:extLst>
                <a:ext uri="{FF2B5EF4-FFF2-40B4-BE49-F238E27FC236}">
                  <a16:creationId xmlns:a16="http://schemas.microsoft.com/office/drawing/2014/main" id="{D85E5805-D0BF-1081-CB6C-6AFE9D6F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6" name="Oval 258">
              <a:extLst>
                <a:ext uri="{FF2B5EF4-FFF2-40B4-BE49-F238E27FC236}">
                  <a16:creationId xmlns:a16="http://schemas.microsoft.com/office/drawing/2014/main" id="{AC237400-E590-A7E4-831E-21A16034C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7" name="Freeform 259">
              <a:extLst>
                <a:ext uri="{FF2B5EF4-FFF2-40B4-BE49-F238E27FC236}">
                  <a16:creationId xmlns:a16="http://schemas.microsoft.com/office/drawing/2014/main" id="{2C63F83B-B060-F80E-4316-3B81FF448F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5" name="Freeform 260">
              <a:extLst>
                <a:ext uri="{FF2B5EF4-FFF2-40B4-BE49-F238E27FC236}">
                  <a16:creationId xmlns:a16="http://schemas.microsoft.com/office/drawing/2014/main" id="{71A1EB98-7F86-08DA-8FC8-0E4000C23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6" name="Oval 261">
              <a:extLst>
                <a:ext uri="{FF2B5EF4-FFF2-40B4-BE49-F238E27FC236}">
                  <a16:creationId xmlns:a16="http://schemas.microsoft.com/office/drawing/2014/main" id="{9FC77B3E-F3F0-1D7D-E382-A81AB3A4E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7" name="Oval 262">
              <a:extLst>
                <a:ext uri="{FF2B5EF4-FFF2-40B4-BE49-F238E27FC236}">
                  <a16:creationId xmlns:a16="http://schemas.microsoft.com/office/drawing/2014/main" id="{804C0531-7D63-48BE-2D98-5EA7B9EAD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8" name="Oval 263">
              <a:extLst>
                <a:ext uri="{FF2B5EF4-FFF2-40B4-BE49-F238E27FC236}">
                  <a16:creationId xmlns:a16="http://schemas.microsoft.com/office/drawing/2014/main" id="{AEB66219-AD0C-65DD-54E3-4588000B8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9" name="Freeform 264">
              <a:extLst>
                <a:ext uri="{FF2B5EF4-FFF2-40B4-BE49-F238E27FC236}">
                  <a16:creationId xmlns:a16="http://schemas.microsoft.com/office/drawing/2014/main" id="{14AFBB63-B705-DCA2-4F68-99E8CC57C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5D1E355-8C7D-F8B6-DF73-FFE2F99A5899}"/>
              </a:ext>
            </a:extLst>
          </p:cNvPr>
          <p:cNvSpPr/>
          <p:nvPr/>
        </p:nvSpPr>
        <p:spPr>
          <a:xfrm>
            <a:off x="3209647" y="5599773"/>
            <a:ext cx="2072450" cy="92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251" name="Group 109">
            <a:extLst>
              <a:ext uri="{FF2B5EF4-FFF2-40B4-BE49-F238E27FC236}">
                <a16:creationId xmlns:a16="http://schemas.microsoft.com/office/drawing/2014/main" id="{748C1A17-0683-8890-2A7D-14541BD900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6386" y="5908006"/>
            <a:ext cx="524050" cy="443579"/>
            <a:chOff x="5507" y="464"/>
            <a:chExt cx="426" cy="373"/>
          </a:xfrm>
          <a:solidFill>
            <a:srgbClr val="FF0000"/>
          </a:solidFill>
        </p:grpSpPr>
        <p:sp>
          <p:nvSpPr>
            <p:cNvPr id="252" name="Freeform 110">
              <a:extLst>
                <a:ext uri="{FF2B5EF4-FFF2-40B4-BE49-F238E27FC236}">
                  <a16:creationId xmlns:a16="http://schemas.microsoft.com/office/drawing/2014/main" id="{6C9F7AD3-DCFC-0F59-E95F-A0C16026C4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464"/>
              <a:ext cx="426" cy="337"/>
            </a:xfrm>
            <a:custGeom>
              <a:avLst/>
              <a:gdLst>
                <a:gd name="T0" fmla="*/ 264 w 288"/>
                <a:gd name="T1" fmla="*/ 228 h 228"/>
                <a:gd name="T2" fmla="*/ 24 w 288"/>
                <a:gd name="T3" fmla="*/ 228 h 228"/>
                <a:gd name="T4" fmla="*/ 0 w 288"/>
                <a:gd name="T5" fmla="*/ 203 h 228"/>
                <a:gd name="T6" fmla="*/ 0 w 288"/>
                <a:gd name="T7" fmla="*/ 25 h 228"/>
                <a:gd name="T8" fmla="*/ 24 w 288"/>
                <a:gd name="T9" fmla="*/ 0 h 228"/>
                <a:gd name="T10" fmla="*/ 264 w 288"/>
                <a:gd name="T11" fmla="*/ 0 h 228"/>
                <a:gd name="T12" fmla="*/ 288 w 288"/>
                <a:gd name="T13" fmla="*/ 25 h 228"/>
                <a:gd name="T14" fmla="*/ 288 w 288"/>
                <a:gd name="T15" fmla="*/ 203 h 228"/>
                <a:gd name="T16" fmla="*/ 264 w 288"/>
                <a:gd name="T17" fmla="*/ 228 h 228"/>
                <a:gd name="T18" fmla="*/ 24 w 288"/>
                <a:gd name="T19" fmla="*/ 12 h 228"/>
                <a:gd name="T20" fmla="*/ 12 w 288"/>
                <a:gd name="T21" fmla="*/ 25 h 228"/>
                <a:gd name="T22" fmla="*/ 12 w 288"/>
                <a:gd name="T23" fmla="*/ 203 h 228"/>
                <a:gd name="T24" fmla="*/ 24 w 288"/>
                <a:gd name="T25" fmla="*/ 216 h 228"/>
                <a:gd name="T26" fmla="*/ 264 w 288"/>
                <a:gd name="T27" fmla="*/ 216 h 228"/>
                <a:gd name="T28" fmla="*/ 276 w 288"/>
                <a:gd name="T29" fmla="*/ 203 h 228"/>
                <a:gd name="T30" fmla="*/ 276 w 288"/>
                <a:gd name="T31" fmla="*/ 25 h 228"/>
                <a:gd name="T32" fmla="*/ 264 w 288"/>
                <a:gd name="T33" fmla="*/ 12 h 228"/>
                <a:gd name="T34" fmla="*/ 24 w 288"/>
                <a:gd name="T35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28">
                  <a:moveTo>
                    <a:pt x="264" y="228"/>
                  </a:moveTo>
                  <a:cubicBezTo>
                    <a:pt x="24" y="228"/>
                    <a:pt x="24" y="228"/>
                    <a:pt x="24" y="228"/>
                  </a:cubicBezTo>
                  <a:cubicBezTo>
                    <a:pt x="11" y="228"/>
                    <a:pt x="0" y="217"/>
                    <a:pt x="0" y="20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7" y="0"/>
                    <a:pt x="288" y="11"/>
                    <a:pt x="288" y="25"/>
                  </a:cubicBezTo>
                  <a:cubicBezTo>
                    <a:pt x="288" y="203"/>
                    <a:pt x="288" y="203"/>
                    <a:pt x="288" y="203"/>
                  </a:cubicBezTo>
                  <a:cubicBezTo>
                    <a:pt x="288" y="217"/>
                    <a:pt x="277" y="228"/>
                    <a:pt x="264" y="22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5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" y="210"/>
                    <a:pt x="18" y="216"/>
                    <a:pt x="24" y="216"/>
                  </a:cubicBezTo>
                  <a:cubicBezTo>
                    <a:pt x="264" y="216"/>
                    <a:pt x="264" y="216"/>
                    <a:pt x="264" y="216"/>
                  </a:cubicBezTo>
                  <a:cubicBezTo>
                    <a:pt x="271" y="216"/>
                    <a:pt x="276" y="210"/>
                    <a:pt x="276" y="203"/>
                  </a:cubicBezTo>
                  <a:cubicBezTo>
                    <a:pt x="276" y="25"/>
                    <a:pt x="276" y="25"/>
                    <a:pt x="276" y="25"/>
                  </a:cubicBezTo>
                  <a:cubicBezTo>
                    <a:pt x="276" y="18"/>
                    <a:pt x="271" y="12"/>
                    <a:pt x="264" y="12"/>
                  </a:cubicBezTo>
                  <a:lnTo>
                    <a:pt x="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3" name="Freeform 111">
              <a:extLst>
                <a:ext uri="{FF2B5EF4-FFF2-40B4-BE49-F238E27FC236}">
                  <a16:creationId xmlns:a16="http://schemas.microsoft.com/office/drawing/2014/main" id="{69C6674A-FC9D-CCF7-6CB4-5C3EA4CDF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7" y="819"/>
              <a:ext cx="266" cy="18"/>
            </a:xfrm>
            <a:custGeom>
              <a:avLst/>
              <a:gdLst>
                <a:gd name="T0" fmla="*/ 174 w 180"/>
                <a:gd name="T1" fmla="*/ 12 h 12"/>
                <a:gd name="T2" fmla="*/ 6 w 180"/>
                <a:gd name="T3" fmla="*/ 12 h 12"/>
                <a:gd name="T4" fmla="*/ 0 w 180"/>
                <a:gd name="T5" fmla="*/ 6 h 12"/>
                <a:gd name="T6" fmla="*/ 6 w 180"/>
                <a:gd name="T7" fmla="*/ 0 h 12"/>
                <a:gd name="T8" fmla="*/ 174 w 180"/>
                <a:gd name="T9" fmla="*/ 0 h 12"/>
                <a:gd name="T10" fmla="*/ 180 w 180"/>
                <a:gd name="T11" fmla="*/ 6 h 12"/>
                <a:gd name="T12" fmla="*/ 174 w 18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2">
                  <a:moveTo>
                    <a:pt x="17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8" y="0"/>
                    <a:pt x="180" y="3"/>
                    <a:pt x="180" y="6"/>
                  </a:cubicBezTo>
                  <a:cubicBezTo>
                    <a:pt x="180" y="9"/>
                    <a:pt x="178" y="12"/>
                    <a:pt x="17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4" name="Freeform 112">
              <a:extLst>
                <a:ext uri="{FF2B5EF4-FFF2-40B4-BE49-F238E27FC236}">
                  <a16:creationId xmlns:a16="http://schemas.microsoft.com/office/drawing/2014/main" id="{21C60994-1C93-E4E8-86A5-2376AA3AE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2" y="784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5" name="Oval 113">
              <a:extLst>
                <a:ext uri="{FF2B5EF4-FFF2-40B4-BE49-F238E27FC236}">
                  <a16:creationId xmlns:a16="http://schemas.microsoft.com/office/drawing/2014/main" id="{1053043F-D435-EE0E-2FA7-8F568EE21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" y="739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6" name="Rectangle 114">
              <a:extLst>
                <a:ext uri="{FF2B5EF4-FFF2-40B4-BE49-F238E27FC236}">
                  <a16:creationId xmlns:a16="http://schemas.microsoft.com/office/drawing/2014/main" id="{65AE887C-CEFD-348C-E9B4-A22909C0B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713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7" name="Freeform 115">
              <a:extLst>
                <a:ext uri="{FF2B5EF4-FFF2-40B4-BE49-F238E27FC236}">
                  <a16:creationId xmlns:a16="http://schemas.microsoft.com/office/drawing/2014/main" id="{9379E14E-27A9-9B45-755B-C974CD71FA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1" y="499"/>
              <a:ext cx="196" cy="196"/>
            </a:xfrm>
            <a:custGeom>
              <a:avLst/>
              <a:gdLst>
                <a:gd name="T0" fmla="*/ 66 w 132"/>
                <a:gd name="T1" fmla="*/ 132 h 132"/>
                <a:gd name="T2" fmla="*/ 0 w 132"/>
                <a:gd name="T3" fmla="*/ 66 h 132"/>
                <a:gd name="T4" fmla="*/ 66 w 132"/>
                <a:gd name="T5" fmla="*/ 0 h 132"/>
                <a:gd name="T6" fmla="*/ 132 w 132"/>
                <a:gd name="T7" fmla="*/ 66 h 132"/>
                <a:gd name="T8" fmla="*/ 66 w 132"/>
                <a:gd name="T9" fmla="*/ 132 h 132"/>
                <a:gd name="T10" fmla="*/ 66 w 132"/>
                <a:gd name="T11" fmla="*/ 12 h 132"/>
                <a:gd name="T12" fmla="*/ 12 w 132"/>
                <a:gd name="T13" fmla="*/ 66 h 132"/>
                <a:gd name="T14" fmla="*/ 66 w 132"/>
                <a:gd name="T15" fmla="*/ 120 h 132"/>
                <a:gd name="T16" fmla="*/ 120 w 132"/>
                <a:gd name="T17" fmla="*/ 66 h 132"/>
                <a:gd name="T18" fmla="*/ 66 w 132"/>
                <a:gd name="T1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32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12"/>
                  </a:moveTo>
                  <a:cubicBezTo>
                    <a:pt x="36" y="12"/>
                    <a:pt x="12" y="36"/>
                    <a:pt x="12" y="66"/>
                  </a:cubicBezTo>
                  <a:cubicBezTo>
                    <a:pt x="12" y="96"/>
                    <a:pt x="36" y="120"/>
                    <a:pt x="66" y="120"/>
                  </a:cubicBezTo>
                  <a:cubicBezTo>
                    <a:pt x="96" y="120"/>
                    <a:pt x="120" y="96"/>
                    <a:pt x="120" y="66"/>
                  </a:cubicBezTo>
                  <a:cubicBezTo>
                    <a:pt x="120" y="36"/>
                    <a:pt x="96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8" name="Freeform 116">
              <a:extLst>
                <a:ext uri="{FF2B5EF4-FFF2-40B4-BE49-F238E27FC236}">
                  <a16:creationId xmlns:a16="http://schemas.microsoft.com/office/drawing/2014/main" id="{DC25F112-1461-8764-A964-9734BE61D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0" y="516"/>
              <a:ext cx="76" cy="158"/>
            </a:xfrm>
            <a:custGeom>
              <a:avLst/>
              <a:gdLst>
                <a:gd name="T0" fmla="*/ 45 w 51"/>
                <a:gd name="T1" fmla="*/ 107 h 107"/>
                <a:gd name="T2" fmla="*/ 40 w 51"/>
                <a:gd name="T3" fmla="*/ 105 h 107"/>
                <a:gd name="T4" fmla="*/ 2 w 51"/>
                <a:gd name="T5" fmla="*/ 59 h 107"/>
                <a:gd name="T6" fmla="*/ 1 w 51"/>
                <a:gd name="T7" fmla="*/ 52 h 107"/>
                <a:gd name="T8" fmla="*/ 34 w 51"/>
                <a:gd name="T9" fmla="*/ 4 h 107"/>
                <a:gd name="T10" fmla="*/ 42 w 51"/>
                <a:gd name="T11" fmla="*/ 2 h 107"/>
                <a:gd name="T12" fmla="*/ 44 w 51"/>
                <a:gd name="T13" fmla="*/ 10 h 107"/>
                <a:gd name="T14" fmla="*/ 14 w 51"/>
                <a:gd name="T15" fmla="*/ 55 h 107"/>
                <a:gd name="T16" fmla="*/ 49 w 51"/>
                <a:gd name="T17" fmla="*/ 97 h 107"/>
                <a:gd name="T18" fmla="*/ 49 w 51"/>
                <a:gd name="T19" fmla="*/ 106 h 107"/>
                <a:gd name="T20" fmla="*/ 45 w 51"/>
                <a:gd name="T2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107">
                  <a:moveTo>
                    <a:pt x="45" y="107"/>
                  </a:moveTo>
                  <a:cubicBezTo>
                    <a:pt x="43" y="107"/>
                    <a:pt x="41" y="106"/>
                    <a:pt x="40" y="105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0" y="57"/>
                    <a:pt x="0" y="54"/>
                    <a:pt x="1" y="5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1"/>
                    <a:pt x="40" y="0"/>
                    <a:pt x="42" y="2"/>
                  </a:cubicBezTo>
                  <a:cubicBezTo>
                    <a:pt x="45" y="4"/>
                    <a:pt x="46" y="8"/>
                    <a:pt x="44" y="1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1" y="100"/>
                    <a:pt x="51" y="104"/>
                    <a:pt x="49" y="106"/>
                  </a:cubicBezTo>
                  <a:cubicBezTo>
                    <a:pt x="47" y="107"/>
                    <a:pt x="46" y="107"/>
                    <a:pt x="45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9" name="Freeform 117">
              <a:extLst>
                <a:ext uri="{FF2B5EF4-FFF2-40B4-BE49-F238E27FC236}">
                  <a16:creationId xmlns:a16="http://schemas.microsoft.com/office/drawing/2014/main" id="{FEAFF4DB-AE77-1AA3-1C04-929332846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" y="588"/>
              <a:ext cx="107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9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0" name="Rectangle 118">
              <a:extLst>
                <a:ext uri="{FF2B5EF4-FFF2-40B4-BE49-F238E27FC236}">
                  <a16:creationId xmlns:a16="http://schemas.microsoft.com/office/drawing/2014/main" id="{46CC742A-7E82-EAA1-C7D0-D3065D712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17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1" name="Rectangle 119">
              <a:extLst>
                <a:ext uri="{FF2B5EF4-FFF2-40B4-BE49-F238E27FC236}">
                  <a16:creationId xmlns:a16="http://schemas.microsoft.com/office/drawing/2014/main" id="{7E339AE6-308C-340A-EFE7-43C1FD4AF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71"/>
              <a:ext cx="107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2" name="Rectangle 120">
              <a:extLst>
                <a:ext uri="{FF2B5EF4-FFF2-40B4-BE49-F238E27FC236}">
                  <a16:creationId xmlns:a16="http://schemas.microsoft.com/office/drawing/2014/main" id="{71439C15-E63A-6B90-1891-666F5F0E5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624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90BB7952-C90D-A3C7-68AF-04B12EC831CB}"/>
              </a:ext>
            </a:extLst>
          </p:cNvPr>
          <p:cNvSpPr txBox="1"/>
          <p:nvPr/>
        </p:nvSpPr>
        <p:spPr>
          <a:xfrm>
            <a:off x="3083930" y="5594936"/>
            <a:ext cx="2329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MONITORING</a:t>
            </a:r>
          </a:p>
        </p:txBody>
      </p:sp>
      <p:grpSp>
        <p:nvGrpSpPr>
          <p:cNvPr id="264" name="Group 156">
            <a:extLst>
              <a:ext uri="{FF2B5EF4-FFF2-40B4-BE49-F238E27FC236}">
                <a16:creationId xmlns:a16="http://schemas.microsoft.com/office/drawing/2014/main" id="{D4991A1C-8BB1-7C01-2C70-F271FB3818F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5902" y="5908006"/>
            <a:ext cx="346767" cy="439822"/>
            <a:chOff x="1373" y="1718"/>
            <a:chExt cx="427" cy="426"/>
          </a:xfrm>
          <a:solidFill>
            <a:srgbClr val="7030A0"/>
          </a:solidFill>
        </p:grpSpPr>
        <p:sp>
          <p:nvSpPr>
            <p:cNvPr id="265" name="Freeform 157">
              <a:extLst>
                <a:ext uri="{FF2B5EF4-FFF2-40B4-BE49-F238E27FC236}">
                  <a16:creationId xmlns:a16="http://schemas.microsoft.com/office/drawing/2014/main" id="{065F4B03-1775-A4E4-E40B-7598267115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9" y="1913"/>
              <a:ext cx="231" cy="231"/>
            </a:xfrm>
            <a:custGeom>
              <a:avLst/>
              <a:gdLst>
                <a:gd name="T0" fmla="*/ 78 w 156"/>
                <a:gd name="T1" fmla="*/ 156 h 156"/>
                <a:gd name="T2" fmla="*/ 0 w 156"/>
                <a:gd name="T3" fmla="*/ 78 h 156"/>
                <a:gd name="T4" fmla="*/ 78 w 156"/>
                <a:gd name="T5" fmla="*/ 0 h 156"/>
                <a:gd name="T6" fmla="*/ 156 w 156"/>
                <a:gd name="T7" fmla="*/ 78 h 156"/>
                <a:gd name="T8" fmla="*/ 78 w 156"/>
                <a:gd name="T9" fmla="*/ 156 h 156"/>
                <a:gd name="T10" fmla="*/ 78 w 156"/>
                <a:gd name="T11" fmla="*/ 12 h 156"/>
                <a:gd name="T12" fmla="*/ 12 w 156"/>
                <a:gd name="T13" fmla="*/ 78 h 156"/>
                <a:gd name="T14" fmla="*/ 78 w 156"/>
                <a:gd name="T15" fmla="*/ 144 h 156"/>
                <a:gd name="T16" fmla="*/ 144 w 156"/>
                <a:gd name="T17" fmla="*/ 78 h 156"/>
                <a:gd name="T18" fmla="*/ 78 w 156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1" y="0"/>
                    <a:pt x="156" y="35"/>
                    <a:pt x="156" y="78"/>
                  </a:cubicBezTo>
                  <a:cubicBezTo>
                    <a:pt x="156" y="121"/>
                    <a:pt x="121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1" y="12"/>
                    <a:pt x="12" y="41"/>
                    <a:pt x="12" y="78"/>
                  </a:cubicBezTo>
                  <a:cubicBezTo>
                    <a:pt x="12" y="114"/>
                    <a:pt x="41" y="144"/>
                    <a:pt x="78" y="144"/>
                  </a:cubicBezTo>
                  <a:cubicBezTo>
                    <a:pt x="114" y="144"/>
                    <a:pt x="144" y="114"/>
                    <a:pt x="144" y="78"/>
                  </a:cubicBezTo>
                  <a:cubicBezTo>
                    <a:pt x="144" y="41"/>
                    <a:pt x="114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6" name="Freeform 158">
              <a:extLst>
                <a:ext uri="{FF2B5EF4-FFF2-40B4-BE49-F238E27FC236}">
                  <a16:creationId xmlns:a16="http://schemas.microsoft.com/office/drawing/2014/main" id="{3D2198B6-0BC5-95D5-9CBC-F52251CE0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92"/>
              <a:ext cx="127" cy="87"/>
            </a:xfrm>
            <a:custGeom>
              <a:avLst/>
              <a:gdLst>
                <a:gd name="T0" fmla="*/ 37 w 86"/>
                <a:gd name="T1" fmla="*/ 59 h 59"/>
                <a:gd name="T2" fmla="*/ 33 w 86"/>
                <a:gd name="T3" fmla="*/ 57 h 59"/>
                <a:gd name="T4" fmla="*/ 3 w 86"/>
                <a:gd name="T5" fmla="*/ 27 h 59"/>
                <a:gd name="T6" fmla="*/ 3 w 86"/>
                <a:gd name="T7" fmla="*/ 18 h 59"/>
                <a:gd name="T8" fmla="*/ 11 w 86"/>
                <a:gd name="T9" fmla="*/ 18 h 59"/>
                <a:gd name="T10" fmla="*/ 37 w 86"/>
                <a:gd name="T11" fmla="*/ 44 h 59"/>
                <a:gd name="T12" fmla="*/ 74 w 86"/>
                <a:gd name="T13" fmla="*/ 3 h 59"/>
                <a:gd name="T14" fmla="*/ 83 w 86"/>
                <a:gd name="T15" fmla="*/ 2 h 59"/>
                <a:gd name="T16" fmla="*/ 83 w 86"/>
                <a:gd name="T17" fmla="*/ 11 h 59"/>
                <a:gd name="T18" fmla="*/ 41 w 86"/>
                <a:gd name="T19" fmla="*/ 57 h 59"/>
                <a:gd name="T20" fmla="*/ 37 w 86"/>
                <a:gd name="T21" fmla="*/ 59 h 59"/>
                <a:gd name="T22" fmla="*/ 37 w 86"/>
                <a:gd name="T2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59">
                  <a:moveTo>
                    <a:pt x="37" y="59"/>
                  </a:moveTo>
                  <a:cubicBezTo>
                    <a:pt x="35" y="59"/>
                    <a:pt x="34" y="58"/>
                    <a:pt x="33" y="5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25"/>
                    <a:pt x="0" y="21"/>
                    <a:pt x="3" y="18"/>
                  </a:cubicBezTo>
                  <a:cubicBezTo>
                    <a:pt x="5" y="16"/>
                    <a:pt x="9" y="16"/>
                    <a:pt x="11" y="18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7" y="0"/>
                    <a:pt x="80" y="0"/>
                    <a:pt x="83" y="2"/>
                  </a:cubicBezTo>
                  <a:cubicBezTo>
                    <a:pt x="85" y="4"/>
                    <a:pt x="86" y="8"/>
                    <a:pt x="83" y="11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8"/>
                    <a:pt x="39" y="59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7" name="Freeform 159">
              <a:extLst>
                <a:ext uri="{FF2B5EF4-FFF2-40B4-BE49-F238E27FC236}">
                  <a16:creationId xmlns:a16="http://schemas.microsoft.com/office/drawing/2014/main" id="{C1637838-B61A-9F2B-66A0-C32D20874D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3" y="1718"/>
              <a:ext cx="356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3"/>
                    <a:pt x="53" y="0"/>
                    <a:pt x="120" y="0"/>
                  </a:cubicBezTo>
                  <a:cubicBezTo>
                    <a:pt x="187" y="0"/>
                    <a:pt x="240" y="23"/>
                    <a:pt x="240" y="54"/>
                  </a:cubicBezTo>
                  <a:cubicBezTo>
                    <a:pt x="240" y="84"/>
                    <a:pt x="187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6" y="12"/>
                    <a:pt x="12" y="34"/>
                    <a:pt x="12" y="54"/>
                  </a:cubicBezTo>
                  <a:cubicBezTo>
                    <a:pt x="12" y="74"/>
                    <a:pt x="56" y="96"/>
                    <a:pt x="120" y="96"/>
                  </a:cubicBezTo>
                  <a:cubicBezTo>
                    <a:pt x="183" y="96"/>
                    <a:pt x="228" y="74"/>
                    <a:pt x="228" y="54"/>
                  </a:cubicBezTo>
                  <a:cubicBezTo>
                    <a:pt x="228" y="34"/>
                    <a:pt x="18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8" name="Freeform 160">
              <a:extLst>
                <a:ext uri="{FF2B5EF4-FFF2-40B4-BE49-F238E27FC236}">
                  <a16:creationId xmlns:a16="http://schemas.microsoft.com/office/drawing/2014/main" id="{82D2E15F-C30C-4483-7D67-A0B16BE72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860"/>
              <a:ext cx="187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6"/>
                    <a:pt x="56" y="48"/>
                    <a:pt x="120" y="48"/>
                  </a:cubicBezTo>
                  <a:cubicBezTo>
                    <a:pt x="123" y="48"/>
                    <a:pt x="126" y="50"/>
                    <a:pt x="126" y="54"/>
                  </a:cubicBezTo>
                  <a:cubicBezTo>
                    <a:pt x="126" y="57"/>
                    <a:pt x="123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9" name="Freeform 161">
              <a:extLst>
                <a:ext uri="{FF2B5EF4-FFF2-40B4-BE49-F238E27FC236}">
                  <a16:creationId xmlns:a16="http://schemas.microsoft.com/office/drawing/2014/main" id="{13CEF5A8-CC5F-5DFD-087E-1051BCC04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940"/>
              <a:ext cx="160" cy="87"/>
            </a:xfrm>
            <a:custGeom>
              <a:avLst/>
              <a:gdLst>
                <a:gd name="T0" fmla="*/ 102 w 108"/>
                <a:gd name="T1" fmla="*/ 59 h 59"/>
                <a:gd name="T2" fmla="*/ 101 w 108"/>
                <a:gd name="T3" fmla="*/ 59 h 59"/>
                <a:gd name="T4" fmla="*/ 0 w 108"/>
                <a:gd name="T5" fmla="*/ 6 h 59"/>
                <a:gd name="T6" fmla="*/ 6 w 108"/>
                <a:gd name="T7" fmla="*/ 0 h 59"/>
                <a:gd name="T8" fmla="*/ 12 w 108"/>
                <a:gd name="T9" fmla="*/ 6 h 59"/>
                <a:gd name="T10" fmla="*/ 102 w 108"/>
                <a:gd name="T11" fmla="*/ 47 h 59"/>
                <a:gd name="T12" fmla="*/ 108 w 108"/>
                <a:gd name="T13" fmla="*/ 53 h 59"/>
                <a:gd name="T14" fmla="*/ 102 w 108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59">
                  <a:moveTo>
                    <a:pt x="102" y="59"/>
                  </a:moveTo>
                  <a:cubicBezTo>
                    <a:pt x="102" y="59"/>
                    <a:pt x="102" y="59"/>
                    <a:pt x="101" y="59"/>
                  </a:cubicBezTo>
                  <a:cubicBezTo>
                    <a:pt x="42" y="55"/>
                    <a:pt x="0" y="33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5"/>
                    <a:pt x="52" y="44"/>
                    <a:pt x="102" y="47"/>
                  </a:cubicBezTo>
                  <a:cubicBezTo>
                    <a:pt x="106" y="47"/>
                    <a:pt x="108" y="50"/>
                    <a:pt x="108" y="53"/>
                  </a:cubicBezTo>
                  <a:cubicBezTo>
                    <a:pt x="108" y="57"/>
                    <a:pt x="105" y="59"/>
                    <a:pt x="10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0" name="Freeform 162">
              <a:extLst>
                <a:ext uri="{FF2B5EF4-FFF2-40B4-BE49-F238E27FC236}">
                  <a16:creationId xmlns:a16="http://schemas.microsoft.com/office/drawing/2014/main" id="{A92744BE-1B3E-D991-916D-60E527A0A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789"/>
              <a:ext cx="169" cy="318"/>
            </a:xfrm>
            <a:custGeom>
              <a:avLst/>
              <a:gdLst>
                <a:gd name="T0" fmla="*/ 108 w 114"/>
                <a:gd name="T1" fmla="*/ 215 h 215"/>
                <a:gd name="T2" fmla="*/ 108 w 114"/>
                <a:gd name="T3" fmla="*/ 215 h 215"/>
                <a:gd name="T4" fmla="*/ 0 w 114"/>
                <a:gd name="T5" fmla="*/ 162 h 215"/>
                <a:gd name="T6" fmla="*/ 0 w 114"/>
                <a:gd name="T7" fmla="*/ 6 h 215"/>
                <a:gd name="T8" fmla="*/ 6 w 114"/>
                <a:gd name="T9" fmla="*/ 0 h 215"/>
                <a:gd name="T10" fmla="*/ 12 w 114"/>
                <a:gd name="T11" fmla="*/ 6 h 215"/>
                <a:gd name="T12" fmla="*/ 12 w 114"/>
                <a:gd name="T13" fmla="*/ 162 h 215"/>
                <a:gd name="T14" fmla="*/ 108 w 114"/>
                <a:gd name="T15" fmla="*/ 203 h 215"/>
                <a:gd name="T16" fmla="*/ 114 w 114"/>
                <a:gd name="T17" fmla="*/ 210 h 215"/>
                <a:gd name="T18" fmla="*/ 108 w 114"/>
                <a:gd name="T19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215">
                  <a:moveTo>
                    <a:pt x="108" y="215"/>
                  </a:moveTo>
                  <a:cubicBezTo>
                    <a:pt x="108" y="215"/>
                    <a:pt x="108" y="215"/>
                    <a:pt x="108" y="215"/>
                  </a:cubicBezTo>
                  <a:cubicBezTo>
                    <a:pt x="45" y="213"/>
                    <a:pt x="0" y="190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0"/>
                    <a:pt x="49" y="201"/>
                    <a:pt x="108" y="203"/>
                  </a:cubicBezTo>
                  <a:cubicBezTo>
                    <a:pt x="111" y="204"/>
                    <a:pt x="114" y="206"/>
                    <a:pt x="114" y="210"/>
                  </a:cubicBezTo>
                  <a:cubicBezTo>
                    <a:pt x="114" y="213"/>
                    <a:pt x="111" y="215"/>
                    <a:pt x="108" y="2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1" name="Freeform 163">
              <a:extLst>
                <a:ext uri="{FF2B5EF4-FFF2-40B4-BE49-F238E27FC236}">
                  <a16:creationId xmlns:a16="http://schemas.microsoft.com/office/drawing/2014/main" id="{0FF28869-44D9-1E00-F758-93127A9A8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789"/>
              <a:ext cx="18" cy="98"/>
            </a:xfrm>
            <a:custGeom>
              <a:avLst/>
              <a:gdLst>
                <a:gd name="T0" fmla="*/ 6 w 12"/>
                <a:gd name="T1" fmla="*/ 66 h 66"/>
                <a:gd name="T2" fmla="*/ 0 w 12"/>
                <a:gd name="T3" fmla="*/ 60 h 66"/>
                <a:gd name="T4" fmla="*/ 0 w 12"/>
                <a:gd name="T5" fmla="*/ 6 h 66"/>
                <a:gd name="T6" fmla="*/ 6 w 12"/>
                <a:gd name="T7" fmla="*/ 0 h 66"/>
                <a:gd name="T8" fmla="*/ 12 w 12"/>
                <a:gd name="T9" fmla="*/ 6 h 66"/>
                <a:gd name="T10" fmla="*/ 12 w 12"/>
                <a:gd name="T11" fmla="*/ 60 h 66"/>
                <a:gd name="T12" fmla="*/ 6 w 12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6">
                  <a:moveTo>
                    <a:pt x="6" y="66"/>
                  </a:moveTo>
                  <a:cubicBezTo>
                    <a:pt x="3" y="66"/>
                    <a:pt x="0" y="63"/>
                    <a:pt x="0" y="6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3"/>
                    <a:pt x="9" y="66"/>
                    <a:pt x="6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606FD9FC-E481-5E8B-6B11-315006F5DE1A}"/>
              </a:ext>
            </a:extLst>
          </p:cNvPr>
          <p:cNvCxnSpPr>
            <a:cxnSpLocks/>
          </p:cNvCxnSpPr>
          <p:nvPr/>
        </p:nvCxnSpPr>
        <p:spPr>
          <a:xfrm flipV="1">
            <a:off x="3721724" y="6170500"/>
            <a:ext cx="980448" cy="4839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35EC756A-4312-5B2B-98ED-CFA416352443}"/>
              </a:ext>
            </a:extLst>
          </p:cNvPr>
          <p:cNvSpPr txBox="1"/>
          <p:nvPr/>
        </p:nvSpPr>
        <p:spPr>
          <a:xfrm>
            <a:off x="2754341" y="5284303"/>
            <a:ext cx="1601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Comparison Log results</a:t>
            </a: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B092F2AC-BF9C-B2BC-BE31-2DCD6A9F9152}"/>
              </a:ext>
            </a:extLst>
          </p:cNvPr>
          <p:cNvCxnSpPr>
            <a:cxnSpLocks/>
          </p:cNvCxnSpPr>
          <p:nvPr/>
        </p:nvCxnSpPr>
        <p:spPr>
          <a:xfrm>
            <a:off x="4230801" y="4201478"/>
            <a:ext cx="4212" cy="137028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496D0F3F-6C1F-21D1-C5D9-D5C934730ABB}"/>
              </a:ext>
            </a:extLst>
          </p:cNvPr>
          <p:cNvCxnSpPr>
            <a:cxnSpLocks/>
            <a:endCxn id="217" idx="10"/>
          </p:cNvCxnSpPr>
          <p:nvPr/>
        </p:nvCxnSpPr>
        <p:spPr>
          <a:xfrm flipH="1">
            <a:off x="1275096" y="3697391"/>
            <a:ext cx="2530744" cy="88709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Group 311">
            <a:extLst>
              <a:ext uri="{FF2B5EF4-FFF2-40B4-BE49-F238E27FC236}">
                <a16:creationId xmlns:a16="http://schemas.microsoft.com/office/drawing/2014/main" id="{691FB843-F38D-DD34-B5E0-896BF0A0BDEB}"/>
              </a:ext>
            </a:extLst>
          </p:cNvPr>
          <p:cNvGrpSpPr/>
          <p:nvPr/>
        </p:nvGrpSpPr>
        <p:grpSpPr>
          <a:xfrm>
            <a:off x="3033924" y="5503595"/>
            <a:ext cx="248400" cy="248400"/>
            <a:chOff x="8425963" y="4549340"/>
            <a:chExt cx="496800" cy="496800"/>
          </a:xfrm>
        </p:grpSpPr>
        <p:sp>
          <p:nvSpPr>
            <p:cNvPr id="281" name="Flowchart: Connector 312">
              <a:extLst>
                <a:ext uri="{FF2B5EF4-FFF2-40B4-BE49-F238E27FC236}">
                  <a16:creationId xmlns:a16="http://schemas.microsoft.com/office/drawing/2014/main" id="{0E77657F-F9FF-CC70-966F-FEEA9966B2C6}"/>
                </a:ext>
              </a:extLst>
            </p:cNvPr>
            <p:cNvSpPr/>
            <p:nvPr/>
          </p:nvSpPr>
          <p:spPr>
            <a:xfrm>
              <a:off x="8425963" y="4549340"/>
              <a:ext cx="496800" cy="496800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2" name="Picture 4">
              <a:extLst>
                <a:ext uri="{FF2B5EF4-FFF2-40B4-BE49-F238E27FC236}">
                  <a16:creationId xmlns:a16="http://schemas.microsoft.com/office/drawing/2014/main" id="{99E634A3-5620-FB52-0664-D118DFBA22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9634" y="4647446"/>
              <a:ext cx="320824" cy="3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61C26F75-AA2C-201A-464F-6EE20CAD236C}"/>
              </a:ext>
            </a:extLst>
          </p:cNvPr>
          <p:cNvSpPr/>
          <p:nvPr/>
        </p:nvSpPr>
        <p:spPr>
          <a:xfrm>
            <a:off x="3835021" y="3068564"/>
            <a:ext cx="913514" cy="1052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Launcher</a:t>
            </a:r>
          </a:p>
        </p:txBody>
      </p:sp>
      <p:grpSp>
        <p:nvGrpSpPr>
          <p:cNvPr id="284" name="Group 296">
            <a:extLst>
              <a:ext uri="{FF2B5EF4-FFF2-40B4-BE49-F238E27FC236}">
                <a16:creationId xmlns:a16="http://schemas.microsoft.com/office/drawing/2014/main" id="{F155996F-6AC3-DBFE-D7A3-3E58612CB920}"/>
              </a:ext>
            </a:extLst>
          </p:cNvPr>
          <p:cNvGrpSpPr/>
          <p:nvPr/>
        </p:nvGrpSpPr>
        <p:grpSpPr>
          <a:xfrm>
            <a:off x="4125995" y="3710418"/>
            <a:ext cx="248457" cy="248457"/>
            <a:chOff x="3017663" y="2363091"/>
            <a:chExt cx="496914" cy="496914"/>
          </a:xfrm>
        </p:grpSpPr>
        <p:sp>
          <p:nvSpPr>
            <p:cNvPr id="285" name="Flowchart: Connector 303">
              <a:extLst>
                <a:ext uri="{FF2B5EF4-FFF2-40B4-BE49-F238E27FC236}">
                  <a16:creationId xmlns:a16="http://schemas.microsoft.com/office/drawing/2014/main" id="{29481D1F-76E2-06FF-2C2B-ED4AA25D6413}"/>
                </a:ext>
              </a:extLst>
            </p:cNvPr>
            <p:cNvSpPr/>
            <p:nvPr/>
          </p:nvSpPr>
          <p:spPr>
            <a:xfrm>
              <a:off x="3017663" y="2363091"/>
              <a:ext cx="496914" cy="496914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86" name="Group 109">
              <a:extLst>
                <a:ext uri="{FF2B5EF4-FFF2-40B4-BE49-F238E27FC236}">
                  <a16:creationId xmlns:a16="http://schemas.microsoft.com/office/drawing/2014/main" id="{D764E345-790D-E8A7-2183-8FC61EBBA2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07786" y="2449924"/>
              <a:ext cx="316668" cy="315892"/>
              <a:chOff x="2412" y="1730"/>
              <a:chExt cx="408" cy="407"/>
            </a:xfrm>
            <a:solidFill>
              <a:schemeClr val="tx1"/>
            </a:solidFill>
          </p:grpSpPr>
          <p:sp>
            <p:nvSpPr>
              <p:cNvPr id="287" name="Freeform 110">
                <a:extLst>
                  <a:ext uri="{FF2B5EF4-FFF2-40B4-BE49-F238E27FC236}">
                    <a16:creationId xmlns:a16="http://schemas.microsoft.com/office/drawing/2014/main" id="{B2938021-62EB-9D15-52AF-5661FFA16B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1" y="1730"/>
                <a:ext cx="319" cy="320"/>
              </a:xfrm>
              <a:custGeom>
                <a:avLst/>
                <a:gdLst>
                  <a:gd name="T0" fmla="*/ 49 w 216"/>
                  <a:gd name="T1" fmla="*/ 216 h 216"/>
                  <a:gd name="T2" fmla="*/ 49 w 216"/>
                  <a:gd name="T3" fmla="*/ 216 h 216"/>
                  <a:gd name="T4" fmla="*/ 44 w 216"/>
                  <a:gd name="T5" fmla="*/ 214 h 216"/>
                  <a:gd name="T6" fmla="*/ 2 w 216"/>
                  <a:gd name="T7" fmla="*/ 172 h 216"/>
                  <a:gd name="T8" fmla="*/ 2 w 216"/>
                  <a:gd name="T9" fmla="*/ 163 h 216"/>
                  <a:gd name="T10" fmla="*/ 142 w 216"/>
                  <a:gd name="T11" fmla="*/ 23 h 216"/>
                  <a:gd name="T12" fmla="*/ 209 w 216"/>
                  <a:gd name="T13" fmla="*/ 0 h 216"/>
                  <a:gd name="T14" fmla="*/ 214 w 216"/>
                  <a:gd name="T15" fmla="*/ 2 h 216"/>
                  <a:gd name="T16" fmla="*/ 216 w 216"/>
                  <a:gd name="T17" fmla="*/ 7 h 216"/>
                  <a:gd name="T18" fmla="*/ 193 w 216"/>
                  <a:gd name="T19" fmla="*/ 74 h 216"/>
                  <a:gd name="T20" fmla="*/ 53 w 216"/>
                  <a:gd name="T21" fmla="*/ 214 h 216"/>
                  <a:gd name="T22" fmla="*/ 49 w 216"/>
                  <a:gd name="T23" fmla="*/ 216 h 216"/>
                  <a:gd name="T24" fmla="*/ 15 w 216"/>
                  <a:gd name="T25" fmla="*/ 168 h 216"/>
                  <a:gd name="T26" fmla="*/ 49 w 216"/>
                  <a:gd name="T27" fmla="*/ 201 h 216"/>
                  <a:gd name="T28" fmla="*/ 184 w 216"/>
                  <a:gd name="T29" fmla="*/ 66 h 216"/>
                  <a:gd name="T30" fmla="*/ 202 w 216"/>
                  <a:gd name="T31" fmla="*/ 14 h 216"/>
                  <a:gd name="T32" fmla="*/ 151 w 216"/>
                  <a:gd name="T33" fmla="*/ 32 h 216"/>
                  <a:gd name="T34" fmla="*/ 15 w 216"/>
                  <a:gd name="T35" fmla="*/ 16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6" h="216">
                    <a:moveTo>
                      <a:pt x="49" y="216"/>
                    </a:moveTo>
                    <a:cubicBezTo>
                      <a:pt x="49" y="216"/>
                      <a:pt x="49" y="216"/>
                      <a:pt x="49" y="216"/>
                    </a:cubicBezTo>
                    <a:cubicBezTo>
                      <a:pt x="47" y="216"/>
                      <a:pt x="46" y="215"/>
                      <a:pt x="44" y="214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0" y="170"/>
                      <a:pt x="0" y="166"/>
                      <a:pt x="2" y="163"/>
                    </a:cubicBezTo>
                    <a:cubicBezTo>
                      <a:pt x="2" y="163"/>
                      <a:pt x="134" y="32"/>
                      <a:pt x="142" y="23"/>
                    </a:cubicBezTo>
                    <a:cubicBezTo>
                      <a:pt x="156" y="10"/>
                      <a:pt x="204" y="1"/>
                      <a:pt x="209" y="0"/>
                    </a:cubicBezTo>
                    <a:cubicBezTo>
                      <a:pt x="211" y="0"/>
                      <a:pt x="213" y="1"/>
                      <a:pt x="214" y="2"/>
                    </a:cubicBezTo>
                    <a:cubicBezTo>
                      <a:pt x="216" y="3"/>
                      <a:pt x="216" y="5"/>
                      <a:pt x="216" y="7"/>
                    </a:cubicBezTo>
                    <a:cubicBezTo>
                      <a:pt x="215" y="13"/>
                      <a:pt x="207" y="61"/>
                      <a:pt x="193" y="74"/>
                    </a:cubicBezTo>
                    <a:cubicBezTo>
                      <a:pt x="53" y="214"/>
                      <a:pt x="53" y="214"/>
                      <a:pt x="53" y="214"/>
                    </a:cubicBezTo>
                    <a:cubicBezTo>
                      <a:pt x="52" y="215"/>
                      <a:pt x="50" y="216"/>
                      <a:pt x="49" y="216"/>
                    </a:cubicBezTo>
                    <a:close/>
                    <a:moveTo>
                      <a:pt x="15" y="168"/>
                    </a:moveTo>
                    <a:cubicBezTo>
                      <a:pt x="49" y="201"/>
                      <a:pt x="49" y="201"/>
                      <a:pt x="49" y="201"/>
                    </a:cubicBezTo>
                    <a:cubicBezTo>
                      <a:pt x="184" y="66"/>
                      <a:pt x="184" y="66"/>
                      <a:pt x="184" y="66"/>
                    </a:cubicBezTo>
                    <a:cubicBezTo>
                      <a:pt x="192" y="59"/>
                      <a:pt x="199" y="33"/>
                      <a:pt x="202" y="14"/>
                    </a:cubicBezTo>
                    <a:cubicBezTo>
                      <a:pt x="183" y="18"/>
                      <a:pt x="158" y="25"/>
                      <a:pt x="151" y="32"/>
                    </a:cubicBezTo>
                    <a:cubicBezTo>
                      <a:pt x="143" y="39"/>
                      <a:pt x="38" y="145"/>
                      <a:pt x="15" y="1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8" name="Freeform 111">
                <a:extLst>
                  <a:ext uri="{FF2B5EF4-FFF2-40B4-BE49-F238E27FC236}">
                    <a16:creationId xmlns:a16="http://schemas.microsoft.com/office/drawing/2014/main" id="{D5356F14-FEF6-B27E-7C03-F4C56DD24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6" y="1943"/>
                <a:ext cx="81" cy="82"/>
              </a:xfrm>
              <a:custGeom>
                <a:avLst/>
                <a:gdLst>
                  <a:gd name="T0" fmla="*/ 49 w 55"/>
                  <a:gd name="T1" fmla="*/ 55 h 55"/>
                  <a:gd name="T2" fmla="*/ 44 w 55"/>
                  <a:gd name="T3" fmla="*/ 53 h 55"/>
                  <a:gd name="T4" fmla="*/ 2 w 55"/>
                  <a:gd name="T5" fmla="*/ 11 h 55"/>
                  <a:gd name="T6" fmla="*/ 2 w 55"/>
                  <a:gd name="T7" fmla="*/ 2 h 55"/>
                  <a:gd name="T8" fmla="*/ 11 w 55"/>
                  <a:gd name="T9" fmla="*/ 2 h 55"/>
                  <a:gd name="T10" fmla="*/ 53 w 55"/>
                  <a:gd name="T11" fmla="*/ 45 h 55"/>
                  <a:gd name="T12" fmla="*/ 53 w 55"/>
                  <a:gd name="T13" fmla="*/ 53 h 55"/>
                  <a:gd name="T14" fmla="*/ 49 w 55"/>
                  <a:gd name="T15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55">
                    <a:moveTo>
                      <a:pt x="49" y="55"/>
                    </a:moveTo>
                    <a:cubicBezTo>
                      <a:pt x="47" y="55"/>
                      <a:pt x="46" y="54"/>
                      <a:pt x="44" y="53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5" y="47"/>
                      <a:pt x="55" y="51"/>
                      <a:pt x="53" y="53"/>
                    </a:cubicBezTo>
                    <a:cubicBezTo>
                      <a:pt x="52" y="54"/>
                      <a:pt x="50" y="55"/>
                      <a:pt x="49" y="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9" name="Freeform 112">
                <a:extLst>
                  <a:ext uri="{FF2B5EF4-FFF2-40B4-BE49-F238E27FC236}">
                    <a16:creationId xmlns:a16="http://schemas.microsoft.com/office/drawing/2014/main" id="{1DBCBF69-0EFB-0261-1887-FBA7B7920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1937"/>
                <a:ext cx="112" cy="200"/>
              </a:xfrm>
              <a:custGeom>
                <a:avLst/>
                <a:gdLst>
                  <a:gd name="T0" fmla="*/ 7 w 76"/>
                  <a:gd name="T1" fmla="*/ 135 h 135"/>
                  <a:gd name="T2" fmla="*/ 4 w 76"/>
                  <a:gd name="T3" fmla="*/ 135 h 135"/>
                  <a:gd name="T4" fmla="*/ 1 w 76"/>
                  <a:gd name="T5" fmla="*/ 129 h 135"/>
                  <a:gd name="T6" fmla="*/ 9 w 76"/>
                  <a:gd name="T7" fmla="*/ 61 h 135"/>
                  <a:gd name="T8" fmla="*/ 15 w 76"/>
                  <a:gd name="T9" fmla="*/ 56 h 135"/>
                  <a:gd name="T10" fmla="*/ 21 w 76"/>
                  <a:gd name="T11" fmla="*/ 63 h 135"/>
                  <a:gd name="T12" fmla="*/ 15 w 76"/>
                  <a:gd name="T13" fmla="*/ 113 h 135"/>
                  <a:gd name="T14" fmla="*/ 45 w 76"/>
                  <a:gd name="T15" fmla="*/ 83 h 135"/>
                  <a:gd name="T16" fmla="*/ 60 w 76"/>
                  <a:gd name="T17" fmla="*/ 60 h 135"/>
                  <a:gd name="T18" fmla="*/ 64 w 76"/>
                  <a:gd name="T19" fmla="*/ 6 h 135"/>
                  <a:gd name="T20" fmla="*/ 70 w 76"/>
                  <a:gd name="T21" fmla="*/ 0 h 135"/>
                  <a:gd name="T22" fmla="*/ 76 w 76"/>
                  <a:gd name="T23" fmla="*/ 6 h 135"/>
                  <a:gd name="T24" fmla="*/ 72 w 76"/>
                  <a:gd name="T25" fmla="*/ 63 h 135"/>
                  <a:gd name="T26" fmla="*/ 53 w 76"/>
                  <a:gd name="T27" fmla="*/ 91 h 135"/>
                  <a:gd name="T28" fmla="*/ 11 w 76"/>
                  <a:gd name="T29" fmla="*/ 134 h 135"/>
                  <a:gd name="T30" fmla="*/ 7 w 76"/>
                  <a:gd name="T31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135">
                    <a:moveTo>
                      <a:pt x="7" y="135"/>
                    </a:moveTo>
                    <a:cubicBezTo>
                      <a:pt x="6" y="135"/>
                      <a:pt x="5" y="135"/>
                      <a:pt x="4" y="135"/>
                    </a:cubicBezTo>
                    <a:cubicBezTo>
                      <a:pt x="2" y="134"/>
                      <a:pt x="0" y="131"/>
                      <a:pt x="1" y="129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9" y="58"/>
                      <a:pt x="12" y="56"/>
                      <a:pt x="15" y="56"/>
                    </a:cubicBezTo>
                    <a:cubicBezTo>
                      <a:pt x="19" y="57"/>
                      <a:pt x="21" y="60"/>
                      <a:pt x="21" y="63"/>
                    </a:cubicBezTo>
                    <a:cubicBezTo>
                      <a:pt x="15" y="113"/>
                      <a:pt x="15" y="113"/>
                      <a:pt x="15" y="11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0" y="77"/>
                      <a:pt x="58" y="66"/>
                      <a:pt x="60" y="60"/>
                    </a:cubicBezTo>
                    <a:cubicBezTo>
                      <a:pt x="62" y="55"/>
                      <a:pt x="64" y="42"/>
                      <a:pt x="64" y="6"/>
                    </a:cubicBezTo>
                    <a:cubicBezTo>
                      <a:pt x="64" y="3"/>
                      <a:pt x="67" y="0"/>
                      <a:pt x="70" y="0"/>
                    </a:cubicBezTo>
                    <a:cubicBezTo>
                      <a:pt x="74" y="0"/>
                      <a:pt x="76" y="3"/>
                      <a:pt x="76" y="6"/>
                    </a:cubicBezTo>
                    <a:cubicBezTo>
                      <a:pt x="76" y="35"/>
                      <a:pt x="75" y="54"/>
                      <a:pt x="72" y="63"/>
                    </a:cubicBezTo>
                    <a:cubicBezTo>
                      <a:pt x="69" y="73"/>
                      <a:pt x="59" y="86"/>
                      <a:pt x="53" y="91"/>
                    </a:cubicBezTo>
                    <a:cubicBezTo>
                      <a:pt x="11" y="134"/>
                      <a:pt x="11" y="134"/>
                      <a:pt x="11" y="134"/>
                    </a:cubicBezTo>
                    <a:cubicBezTo>
                      <a:pt x="10" y="135"/>
                      <a:pt x="8" y="135"/>
                      <a:pt x="7" y="13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0" name="Freeform 113">
                <a:extLst>
                  <a:ext uri="{FF2B5EF4-FFF2-40B4-BE49-F238E27FC236}">
                    <a16:creationId xmlns:a16="http://schemas.microsoft.com/office/drawing/2014/main" id="{45556ADC-337B-A689-5C5F-8E72BF7E9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1875"/>
                <a:ext cx="201" cy="113"/>
              </a:xfrm>
              <a:custGeom>
                <a:avLst/>
                <a:gdLst>
                  <a:gd name="T0" fmla="*/ 7 w 136"/>
                  <a:gd name="T1" fmla="*/ 76 h 76"/>
                  <a:gd name="T2" fmla="*/ 2 w 136"/>
                  <a:gd name="T3" fmla="*/ 72 h 76"/>
                  <a:gd name="T4" fmla="*/ 3 w 136"/>
                  <a:gd name="T5" fmla="*/ 65 h 76"/>
                  <a:gd name="T6" fmla="*/ 45 w 136"/>
                  <a:gd name="T7" fmla="*/ 23 h 76"/>
                  <a:gd name="T8" fmla="*/ 73 w 136"/>
                  <a:gd name="T9" fmla="*/ 4 h 76"/>
                  <a:gd name="T10" fmla="*/ 128 w 136"/>
                  <a:gd name="T11" fmla="*/ 0 h 76"/>
                  <a:gd name="T12" fmla="*/ 130 w 136"/>
                  <a:gd name="T13" fmla="*/ 0 h 76"/>
                  <a:gd name="T14" fmla="*/ 136 w 136"/>
                  <a:gd name="T15" fmla="*/ 6 h 76"/>
                  <a:gd name="T16" fmla="*/ 130 w 136"/>
                  <a:gd name="T17" fmla="*/ 12 h 76"/>
                  <a:gd name="T18" fmla="*/ 128 w 136"/>
                  <a:gd name="T19" fmla="*/ 12 h 76"/>
                  <a:gd name="T20" fmla="*/ 76 w 136"/>
                  <a:gd name="T21" fmla="*/ 15 h 76"/>
                  <a:gd name="T22" fmla="*/ 54 w 136"/>
                  <a:gd name="T23" fmla="*/ 31 h 76"/>
                  <a:gd name="T24" fmla="*/ 23 w 136"/>
                  <a:gd name="T25" fmla="*/ 61 h 76"/>
                  <a:gd name="T26" fmla="*/ 74 w 136"/>
                  <a:gd name="T27" fmla="*/ 55 h 76"/>
                  <a:gd name="T28" fmla="*/ 81 w 136"/>
                  <a:gd name="T29" fmla="*/ 61 h 76"/>
                  <a:gd name="T30" fmla="*/ 75 w 136"/>
                  <a:gd name="T31" fmla="*/ 67 h 76"/>
                  <a:gd name="T32" fmla="*/ 8 w 136"/>
                  <a:gd name="T33" fmla="*/ 76 h 76"/>
                  <a:gd name="T34" fmla="*/ 7 w 136"/>
                  <a:gd name="T35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6" h="76">
                    <a:moveTo>
                      <a:pt x="7" y="76"/>
                    </a:moveTo>
                    <a:cubicBezTo>
                      <a:pt x="5" y="76"/>
                      <a:pt x="3" y="74"/>
                      <a:pt x="2" y="72"/>
                    </a:cubicBezTo>
                    <a:cubicBezTo>
                      <a:pt x="0" y="70"/>
                      <a:pt x="1" y="67"/>
                      <a:pt x="3" y="65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51" y="17"/>
                      <a:pt x="63" y="7"/>
                      <a:pt x="73" y="4"/>
                    </a:cubicBezTo>
                    <a:cubicBezTo>
                      <a:pt x="84" y="0"/>
                      <a:pt x="110" y="0"/>
                      <a:pt x="128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33" y="0"/>
                      <a:pt x="136" y="3"/>
                      <a:pt x="136" y="6"/>
                    </a:cubicBezTo>
                    <a:cubicBezTo>
                      <a:pt x="136" y="9"/>
                      <a:pt x="133" y="12"/>
                      <a:pt x="130" y="1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01" y="12"/>
                      <a:pt x="84" y="13"/>
                      <a:pt x="76" y="15"/>
                    </a:cubicBezTo>
                    <a:cubicBezTo>
                      <a:pt x="70" y="18"/>
                      <a:pt x="60" y="25"/>
                      <a:pt x="54" y="3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74" y="55"/>
                      <a:pt x="74" y="55"/>
                      <a:pt x="74" y="55"/>
                    </a:cubicBezTo>
                    <a:cubicBezTo>
                      <a:pt x="77" y="55"/>
                      <a:pt x="80" y="57"/>
                      <a:pt x="81" y="61"/>
                    </a:cubicBezTo>
                    <a:cubicBezTo>
                      <a:pt x="81" y="64"/>
                      <a:pt x="79" y="67"/>
                      <a:pt x="75" y="6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7" y="76"/>
                      <a:pt x="7" y="76"/>
                      <a:pt x="7" y="7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1" name="Freeform 114">
                <a:extLst>
                  <a:ext uri="{FF2B5EF4-FFF2-40B4-BE49-F238E27FC236}">
                    <a16:creationId xmlns:a16="http://schemas.microsoft.com/office/drawing/2014/main" id="{ADC920F4-2648-6232-E157-E0A1BE8C2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0" y="1995"/>
                <a:ext cx="131" cy="136"/>
              </a:xfrm>
              <a:custGeom>
                <a:avLst/>
                <a:gdLst>
                  <a:gd name="T0" fmla="*/ 6 w 89"/>
                  <a:gd name="T1" fmla="*/ 92 h 92"/>
                  <a:gd name="T2" fmla="*/ 2 w 89"/>
                  <a:gd name="T3" fmla="*/ 91 h 92"/>
                  <a:gd name="T4" fmla="*/ 0 w 89"/>
                  <a:gd name="T5" fmla="*/ 85 h 92"/>
                  <a:gd name="T6" fmla="*/ 27 w 89"/>
                  <a:gd name="T7" fmla="*/ 14 h 92"/>
                  <a:gd name="T8" fmla="*/ 66 w 89"/>
                  <a:gd name="T9" fmla="*/ 10 h 92"/>
                  <a:gd name="T10" fmla="*/ 66 w 89"/>
                  <a:gd name="T11" fmla="*/ 18 h 92"/>
                  <a:gd name="T12" fmla="*/ 57 w 89"/>
                  <a:gd name="T13" fmla="*/ 18 h 92"/>
                  <a:gd name="T14" fmla="*/ 36 w 89"/>
                  <a:gd name="T15" fmla="*/ 22 h 92"/>
                  <a:gd name="T16" fmla="*/ 15 w 89"/>
                  <a:gd name="T17" fmla="*/ 78 h 92"/>
                  <a:gd name="T18" fmla="*/ 70 w 89"/>
                  <a:gd name="T19" fmla="*/ 56 h 92"/>
                  <a:gd name="T20" fmla="*/ 77 w 89"/>
                  <a:gd name="T21" fmla="*/ 42 h 92"/>
                  <a:gd name="T22" fmla="*/ 74 w 89"/>
                  <a:gd name="T23" fmla="*/ 35 h 92"/>
                  <a:gd name="T24" fmla="*/ 74 w 89"/>
                  <a:gd name="T25" fmla="*/ 27 h 92"/>
                  <a:gd name="T26" fmla="*/ 83 w 89"/>
                  <a:gd name="T27" fmla="*/ 27 h 92"/>
                  <a:gd name="T28" fmla="*/ 89 w 89"/>
                  <a:gd name="T29" fmla="*/ 42 h 92"/>
                  <a:gd name="T30" fmla="*/ 78 w 89"/>
                  <a:gd name="T31" fmla="*/ 65 h 92"/>
                  <a:gd name="T32" fmla="*/ 8 w 89"/>
                  <a:gd name="T33" fmla="*/ 92 h 92"/>
                  <a:gd name="T34" fmla="*/ 6 w 89"/>
                  <a:gd name="T35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9" h="92">
                    <a:moveTo>
                      <a:pt x="6" y="92"/>
                    </a:moveTo>
                    <a:cubicBezTo>
                      <a:pt x="5" y="92"/>
                      <a:pt x="3" y="92"/>
                      <a:pt x="2" y="91"/>
                    </a:cubicBezTo>
                    <a:cubicBezTo>
                      <a:pt x="0" y="89"/>
                      <a:pt x="0" y="87"/>
                      <a:pt x="0" y="85"/>
                    </a:cubicBezTo>
                    <a:cubicBezTo>
                      <a:pt x="2" y="79"/>
                      <a:pt x="15" y="27"/>
                      <a:pt x="27" y="14"/>
                    </a:cubicBezTo>
                    <a:cubicBezTo>
                      <a:pt x="40" y="1"/>
                      <a:pt x="55" y="0"/>
                      <a:pt x="66" y="10"/>
                    </a:cubicBezTo>
                    <a:cubicBezTo>
                      <a:pt x="68" y="12"/>
                      <a:pt x="68" y="16"/>
                      <a:pt x="66" y="18"/>
                    </a:cubicBezTo>
                    <a:cubicBezTo>
                      <a:pt x="63" y="21"/>
                      <a:pt x="59" y="21"/>
                      <a:pt x="57" y="18"/>
                    </a:cubicBezTo>
                    <a:cubicBezTo>
                      <a:pt x="49" y="10"/>
                      <a:pt x="38" y="20"/>
                      <a:pt x="36" y="22"/>
                    </a:cubicBezTo>
                    <a:cubicBezTo>
                      <a:pt x="29" y="29"/>
                      <a:pt x="20" y="57"/>
                      <a:pt x="15" y="78"/>
                    </a:cubicBezTo>
                    <a:cubicBezTo>
                      <a:pt x="36" y="72"/>
                      <a:pt x="63" y="63"/>
                      <a:pt x="70" y="56"/>
                    </a:cubicBezTo>
                    <a:cubicBezTo>
                      <a:pt x="74" y="52"/>
                      <a:pt x="77" y="47"/>
                      <a:pt x="77" y="42"/>
                    </a:cubicBezTo>
                    <a:cubicBezTo>
                      <a:pt x="77" y="40"/>
                      <a:pt x="76" y="37"/>
                      <a:pt x="74" y="35"/>
                    </a:cubicBezTo>
                    <a:cubicBezTo>
                      <a:pt x="72" y="33"/>
                      <a:pt x="72" y="29"/>
                      <a:pt x="74" y="27"/>
                    </a:cubicBezTo>
                    <a:cubicBezTo>
                      <a:pt x="76" y="24"/>
                      <a:pt x="80" y="24"/>
                      <a:pt x="83" y="27"/>
                    </a:cubicBezTo>
                    <a:cubicBezTo>
                      <a:pt x="87" y="31"/>
                      <a:pt x="89" y="36"/>
                      <a:pt x="89" y="42"/>
                    </a:cubicBezTo>
                    <a:cubicBezTo>
                      <a:pt x="89" y="50"/>
                      <a:pt x="85" y="58"/>
                      <a:pt x="78" y="65"/>
                    </a:cubicBezTo>
                    <a:cubicBezTo>
                      <a:pt x="66" y="77"/>
                      <a:pt x="14" y="91"/>
                      <a:pt x="8" y="92"/>
                    </a:cubicBezTo>
                    <a:cubicBezTo>
                      <a:pt x="7" y="92"/>
                      <a:pt x="7" y="92"/>
                      <a:pt x="6" y="9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  <p:sp>
        <p:nvSpPr>
          <p:cNvPr id="307" name="TextBox 306">
            <a:extLst>
              <a:ext uri="{FF2B5EF4-FFF2-40B4-BE49-F238E27FC236}">
                <a16:creationId xmlns:a16="http://schemas.microsoft.com/office/drawing/2014/main" id="{BD4FD702-D667-7E95-C73F-90F4545ED2F3}"/>
              </a:ext>
            </a:extLst>
          </p:cNvPr>
          <p:cNvSpPr txBox="1"/>
          <p:nvPr/>
        </p:nvSpPr>
        <p:spPr>
          <a:xfrm>
            <a:off x="7270789" y="2829571"/>
            <a:ext cx="14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black"/>
                </a:solidFill>
                <a:latin typeface="santander Headline"/>
              </a:rPr>
              <a:t>DWP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46459C59-D133-CAAF-2EAE-ED95E15A246D}"/>
              </a:ext>
            </a:extLst>
          </p:cNvPr>
          <p:cNvSpPr txBox="1"/>
          <p:nvPr/>
        </p:nvSpPr>
        <p:spPr>
          <a:xfrm>
            <a:off x="319964" y="3893701"/>
            <a:ext cx="1283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Gravity</a:t>
            </a:r>
          </a:p>
        </p:txBody>
      </p:sp>
      <p:sp>
        <p:nvSpPr>
          <p:cNvPr id="3" name="Rectángulo 10">
            <a:extLst>
              <a:ext uri="{FF2B5EF4-FFF2-40B4-BE49-F238E27FC236}">
                <a16:creationId xmlns:a16="http://schemas.microsoft.com/office/drawing/2014/main" id="{F76603E8-C149-0078-324D-739DD7E55437}"/>
              </a:ext>
            </a:extLst>
          </p:cNvPr>
          <p:cNvSpPr/>
          <p:nvPr/>
        </p:nvSpPr>
        <p:spPr>
          <a:xfrm>
            <a:off x="8933047" y="2080751"/>
            <a:ext cx="2887807" cy="40626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lang="en-US" sz="1400" b="1" u="sng">
                <a:solidFill>
                  <a:prstClr val="black"/>
                </a:solidFill>
                <a:latin typeface="Santander Text"/>
              </a:rPr>
              <a:t>Contraction</a:t>
            </a:r>
            <a:r>
              <a:rPr lang="en-US" sz="1400" b="1" u="sng">
                <a:solidFill>
                  <a:prstClr val="black"/>
                </a:solidFill>
              </a:rPr>
              <a:t> TAX 13</a:t>
            </a:r>
            <a:r>
              <a:rPr lang="en-US" sz="1400">
                <a:solidFill>
                  <a:prstClr val="black"/>
                </a:solidFill>
              </a:rPr>
              <a:t> </a:t>
            </a:r>
            <a:endParaRPr lang="es-ES">
              <a:solidFill>
                <a:prstClr val="black"/>
              </a:solidFill>
              <a:latin typeface="Santander Text"/>
            </a:endParaRPr>
          </a:p>
          <a:p>
            <a:pPr algn="ctr"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The client opens a Securities 749 005 contract in SEB through the DWP OPENING application.</a:t>
            </a:r>
            <a:r>
              <a:rPr lang="en-US" sz="1200">
                <a:solidFill>
                  <a:prstClr val="black"/>
                </a:solidFill>
              </a:rPr>
              <a:t> </a:t>
            </a:r>
            <a:endParaRPr lang="es-ES">
              <a:solidFill>
                <a:prstClr val="black"/>
              </a:solidFill>
            </a:endParaRPr>
          </a:p>
          <a:p>
            <a:pPr marL="171450" indent="-171450">
              <a:buFont typeface="Arial"/>
              <a:buChar char="•"/>
              <a:defRPr/>
            </a:pPr>
            <a:endParaRPr lang="en-US" sz="1200">
              <a:solidFill>
                <a:prstClr val="black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  <a:cs typeface="Arial"/>
              </a:rPr>
              <a:t>The SEB user sends a FAX to DWP with this new contract.</a:t>
            </a:r>
            <a:endParaRPr lang="en-US" sz="1200">
              <a:solidFill>
                <a:srgbClr val="000000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  <a:cs typeface="Arial"/>
              </a:rPr>
              <a:t>Connect via MQ Series with SEBDWP creates </a:t>
            </a:r>
            <a:r>
              <a:rPr lang="en" sz="1200">
                <a:solidFill>
                  <a:srgbClr val="1F1F1F"/>
                </a:solidFill>
                <a:latin typeface="Santander Text"/>
              </a:rPr>
              <a:t>a contract in your system. For this and through the TAX13 software with the objective of validating:</a:t>
            </a:r>
            <a:endParaRPr lang="en-US" sz="1200">
              <a:solidFill>
                <a:srgbClr val="000000"/>
              </a:solidFill>
              <a:latin typeface="Santander Text"/>
              <a:cs typeface="Arial"/>
            </a:endParaRPr>
          </a:p>
          <a:p>
            <a:pPr marL="171450" indent="-171450">
              <a:buFont typeface="Arial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Existence of contract 749</a:t>
            </a: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en" sz="1200">
                <a:solidFill>
                  <a:srgbClr val="1F1F1F"/>
                </a:solidFill>
                <a:latin typeface="Santander Text"/>
              </a:rPr>
              <a:t>Existence of associated checking account</a:t>
            </a: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en" sz="1200" err="1">
                <a:solidFill>
                  <a:srgbClr val="1F1F1F"/>
                </a:solidFill>
                <a:latin typeface="Santander Text"/>
              </a:rPr>
              <a:t>Phisical</a:t>
            </a:r>
            <a:r>
              <a:rPr lang="en" sz="1200">
                <a:solidFill>
                  <a:srgbClr val="1F1F1F"/>
                </a:solidFill>
                <a:latin typeface="Santander Text"/>
              </a:rPr>
              <a:t> person verification.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  <a:latin typeface="Santander Text"/>
            </a:endParaRPr>
          </a:p>
          <a:p>
            <a:pPr>
              <a:defRPr/>
            </a:pPr>
            <a:endParaRPr lang="en-US" sz="1600">
              <a:solidFill>
                <a:prstClr val="black"/>
              </a:solidFill>
            </a:endParaRPr>
          </a:p>
          <a:p>
            <a:pPr marL="171450" marR="0" lvl="0" indent="-171450" algn="just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9589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9749-C203-7269-74F3-50D3B4BA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E836B875-33A2-4D0C-7242-ECA47229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1" y="1114060"/>
            <a:ext cx="6708852" cy="5659656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2D3BB31F-3CDC-3835-F7D3-E81F7511AA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DBA58677-EE5D-B7F9-B895-4050247F2457}"/>
              </a:ext>
            </a:extLst>
          </p:cNvPr>
          <p:cNvGrpSpPr/>
          <p:nvPr/>
        </p:nvGrpSpPr>
        <p:grpSpPr>
          <a:xfrm>
            <a:off x="27880" y="1825508"/>
            <a:ext cx="2735873" cy="2008488"/>
            <a:chOff x="10064850" y="1874640"/>
            <a:chExt cx="2735873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82153BA3-1956-FC9B-D871-E3120206571A}"/>
                </a:ext>
              </a:extLst>
            </p:cNvPr>
            <p:cNvGrpSpPr/>
            <p:nvPr/>
          </p:nvGrpSpPr>
          <p:grpSpPr>
            <a:xfrm>
              <a:off x="10064850" y="1878481"/>
              <a:ext cx="1761473" cy="1731982"/>
              <a:chOff x="9115727" y="2318530"/>
              <a:chExt cx="1761473" cy="1731982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3FFB1407-954A-36A6-D273-40425F226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9815" y="2573675"/>
                <a:ext cx="1707385" cy="1476837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EFCB059B-C440-716B-40ED-45B93A1D1D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727" y="2318530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36DF08A2-8690-71AB-6FEC-4370F340CDDF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MQGRSCGI1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1414</a:t>
              </a:r>
              <a:endParaRPr lang="en-U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MQGRSCGI2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  <a:endParaRPr lang="es-ES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4E53150A-E8E3-6DE0-F298-A56E027159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B05B2673-A5D7-BB9B-9757-FBE75A701CB1}"/>
              </a:ext>
            </a:extLst>
          </p:cNvPr>
          <p:cNvGrpSpPr/>
          <p:nvPr/>
        </p:nvGrpSpPr>
        <p:grpSpPr>
          <a:xfrm>
            <a:off x="33494" y="4255596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BB780C86-895B-2E1C-0D4D-D305D65678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DF02B2A7-0184-564C-34DF-381B6D02CEE5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00F297B7-81FA-2393-E064-9DD6BE7BEC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A78F2B34-79C8-DAF0-04C8-797730061B99}"/>
                </a:ext>
              </a:extLst>
            </p:cNvPr>
            <p:cNvGrpSpPr/>
            <p:nvPr/>
          </p:nvGrpSpPr>
          <p:grpSpPr>
            <a:xfrm>
              <a:off x="10126031" y="3834421"/>
              <a:ext cx="1679560" cy="351309"/>
              <a:chOff x="10126031" y="3834421"/>
              <a:chExt cx="1679560" cy="351309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6A27E787-BA0D-7724-0406-A622A70509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CCB9A163-7E9B-453C-6FD1-651EE3870B5A}"/>
                  </a:ext>
                </a:extLst>
              </p:cNvPr>
              <p:cNvSpPr txBox="1"/>
              <p:nvPr/>
            </p:nvSpPr>
            <p:spPr>
              <a:xfrm>
                <a:off x="10603788" y="383476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89D8B4DA-DAC7-5FBA-7ECE-32F9DEBB7E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3801" y="531247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6E7C9443-ECA6-852F-3EBA-B1F96971FAC0}"/>
              </a:ext>
            </a:extLst>
          </p:cNvPr>
          <p:cNvSpPr txBox="1"/>
          <p:nvPr/>
        </p:nvSpPr>
        <p:spPr>
          <a:xfrm>
            <a:off x="8236225" y="545153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A8B8C027-4F6B-9DCD-1C3D-2EC534226D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025" y="536718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3A40B313-4EFE-5727-E402-16409CCFCA2A}"/>
              </a:ext>
            </a:extLst>
          </p:cNvPr>
          <p:cNvSpPr txBox="1"/>
          <p:nvPr/>
        </p:nvSpPr>
        <p:spPr>
          <a:xfrm>
            <a:off x="4147351" y="545112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1625E9E4-BF55-8405-F7AA-D5D4713B5AFA}"/>
              </a:ext>
            </a:extLst>
          </p:cNvPr>
          <p:cNvSpPr/>
          <p:nvPr/>
        </p:nvSpPr>
        <p:spPr>
          <a:xfrm rot="10800000">
            <a:off x="5920954" y="594572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378CB781-C4CC-A62A-ACE8-604BA1382078}"/>
              </a:ext>
            </a:extLst>
          </p:cNvPr>
          <p:cNvSpPr/>
          <p:nvPr/>
        </p:nvSpPr>
        <p:spPr>
          <a:xfrm>
            <a:off x="5943569" y="610633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C151CA20-3531-F7E3-1509-6C26EF06ACD4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1B771A4A-850B-72F8-B12F-EC64C038D975}"/>
              </a:ext>
            </a:extLst>
          </p:cNvPr>
          <p:cNvSpPr/>
          <p:nvPr/>
        </p:nvSpPr>
        <p:spPr>
          <a:xfrm rot="5400000">
            <a:off x="5107318" y="484922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D48EF34A-075D-3866-1D4D-1BC2A9FEA18A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16DDD2C3-F8CE-0F61-030B-4D4D1CCC4A33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F1EAC1BF-3B1A-2918-2892-FA0B558375E6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>
                <a:solidFill>
                  <a:srgbClr val="C00000"/>
                </a:solidFill>
                <a:latin typeface="Santander Headline"/>
              </a:rPr>
              <a:t>DWP Operations  –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8DEAB92C-6F19-585A-6180-B3A70B50D9AF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14B35836-1FB9-DF44-CA03-918401090F5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38E67BE8-BC63-C3E2-CA35-76115CFB4C56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A91C7086-379E-98C8-CF58-259117354DC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0" y="1387465"/>
            <a:ext cx="466713" cy="438377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4AC8D808-60BC-2178-EE75-460A0650578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02" y="3904980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A7414277-7FD9-4D4C-7075-4437EA58E7AB}"/>
              </a:ext>
            </a:extLst>
          </p:cNvPr>
          <p:cNvGrpSpPr/>
          <p:nvPr/>
        </p:nvGrpSpPr>
        <p:grpSpPr>
          <a:xfrm>
            <a:off x="9661108" y="2079335"/>
            <a:ext cx="2404867" cy="2608849"/>
            <a:chOff x="1584358" y="1685724"/>
            <a:chExt cx="2377991" cy="2608849"/>
          </a:xfrm>
        </p:grpSpPr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41ED5D92-402F-107C-1039-36FE78FDA5B0}"/>
                </a:ext>
              </a:extLst>
            </p:cNvPr>
            <p:cNvGrpSpPr/>
            <p:nvPr/>
          </p:nvGrpSpPr>
          <p:grpSpPr>
            <a:xfrm>
              <a:off x="1584358" y="2153780"/>
              <a:ext cx="954963" cy="2140793"/>
              <a:chOff x="116424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55744C2A-FBDF-E440-EE70-F240C174E856}"/>
                  </a:ext>
                </a:extLst>
              </p:cNvPr>
              <p:cNvSpPr/>
              <p:nvPr/>
            </p:nvSpPr>
            <p:spPr>
              <a:xfrm>
                <a:off x="116424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CF895699-3FE1-7267-120D-7B5C887E36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73469" y="3845023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42221359-3F21-5919-E990-43F3F5D54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E666DDA4-AC20-0344-8080-B32B545A3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011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0F620DDD-EDF0-84C4-EC71-0DF0E1CA8399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DWP04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D782D2A8-AB4F-3708-0A79-04FC92DBF06D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FEEE911-6BB9-A209-781D-98BE2F904E06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27FE853-6B08-886B-921B-CEEFEB764F00}"/>
              </a:ext>
            </a:extLst>
          </p:cNvPr>
          <p:cNvSpPr txBox="1"/>
          <p:nvPr/>
        </p:nvSpPr>
        <p:spPr>
          <a:xfrm>
            <a:off x="11106918" y="2667160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B0B3425-E939-06B5-CB6B-391CC39BD81B}"/>
              </a:ext>
            </a:extLst>
          </p:cNvPr>
          <p:cNvSpPr/>
          <p:nvPr/>
        </p:nvSpPr>
        <p:spPr>
          <a:xfrm>
            <a:off x="10461230" y="1438359"/>
            <a:ext cx="920208" cy="4090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DRSR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920A0A5-DA58-7625-7EE4-F9777AE4A8EB}"/>
              </a:ext>
            </a:extLst>
          </p:cNvPr>
          <p:cNvGrpSpPr/>
          <p:nvPr/>
        </p:nvGrpSpPr>
        <p:grpSpPr>
          <a:xfrm>
            <a:off x="4351232" y="1794165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DA573798-E217-7649-2089-D3F38C13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A0645952-3B9A-15A9-C311-AC64D02BF8F7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B3C8B71F-3C8C-0237-8A6D-B35F97AD9BDC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2E89DA37-C57F-47AF-58B2-1FE0282BF9E7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57C1818B-18B2-F866-F54F-9BB816686AC3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1414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MQLASCGI2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  <a:endParaRPr lang="es-ES"/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08FD834E-951E-AD19-230B-EC667F4B95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EBAF64F3-82D7-E79D-EA2E-0E0AF6C2E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3837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209AB0E-90AA-78EB-8497-8C71929DCD3E}"/>
                </a:ext>
              </a:extLst>
            </p:cNvPr>
            <p:cNvSpPr txBox="1"/>
            <p:nvPr/>
          </p:nvSpPr>
          <p:spPr>
            <a:xfrm>
              <a:off x="6002488" y="3022090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CE0E862-9706-D126-248B-417315B2675A}"/>
              </a:ext>
            </a:extLst>
          </p:cNvPr>
          <p:cNvSpPr txBox="1"/>
          <p:nvPr/>
        </p:nvSpPr>
        <p:spPr>
          <a:xfrm>
            <a:off x="-159547" y="3673570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8151167-94DF-35B9-DA71-02EC7B08DA0E}"/>
              </a:ext>
            </a:extLst>
          </p:cNvPr>
          <p:cNvSpPr txBox="1"/>
          <p:nvPr/>
        </p:nvSpPr>
        <p:spPr>
          <a:xfrm>
            <a:off x="-140770" y="1448231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A5CA104-2018-EA1C-3797-60A361DB85F5}"/>
              </a:ext>
            </a:extLst>
          </p:cNvPr>
          <p:cNvSpPr txBox="1"/>
          <p:nvPr/>
        </p:nvSpPr>
        <p:spPr>
          <a:xfrm>
            <a:off x="2700786" y="4919771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 dirty="0"/>
              <a:t>TRX: </a:t>
            </a:r>
            <a:r>
              <a:rPr lang="es-ES" sz="800" dirty="0">
                <a:ea typeface="+mn-lt"/>
                <a:cs typeface="+mn-lt"/>
              </a:rPr>
              <a:t>IYJC, QX07</a:t>
            </a:r>
            <a:endParaRPr lang="es-E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9E35A7-9FF6-48CC-0C44-F681C0726953}"/>
              </a:ext>
            </a:extLst>
          </p:cNvPr>
          <p:cNvSpPr txBox="1"/>
          <p:nvPr/>
        </p:nvSpPr>
        <p:spPr>
          <a:xfrm>
            <a:off x="871510" y="6155541"/>
            <a:ext cx="481254" cy="25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000">
                <a:solidFill>
                  <a:srgbClr val="000000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Copy</a:t>
            </a: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ED9CF755-4E14-CB99-31A9-7BDBE81BF12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8694" y="2083014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39ECFF0A-453B-B888-E78D-B8B4126B778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795" y="1809874"/>
            <a:ext cx="691404" cy="416299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DC83004A-3036-761A-B8D0-B9C98C93233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1704" y="1393159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49A947D9-6446-78A8-FF80-E33817CB24BD}"/>
              </a:ext>
            </a:extLst>
          </p:cNvPr>
          <p:cNvGrpSpPr/>
          <p:nvPr/>
        </p:nvGrpSpPr>
        <p:grpSpPr>
          <a:xfrm>
            <a:off x="7147829" y="493864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1ACE4578-68E1-AD06-B42F-7938B7D2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D3EBE1D1-43E6-4411-4BC2-96B91C042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E6423A89-692F-CAAD-EFE8-2E4CA82020FE}"/>
              </a:ext>
            </a:extLst>
          </p:cNvPr>
          <p:cNvGrpSpPr/>
          <p:nvPr/>
        </p:nvGrpSpPr>
        <p:grpSpPr>
          <a:xfrm>
            <a:off x="4124403" y="491632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8BE138AF-83D0-0EC9-7FA2-32E38E9F9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5BFBCBE7-2EE7-4E33-3105-E48DCD92F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BECB5778-8BCF-90E6-895F-4313AEBBD655}"/>
              </a:ext>
            </a:extLst>
          </p:cNvPr>
          <p:cNvSpPr/>
          <p:nvPr/>
        </p:nvSpPr>
        <p:spPr>
          <a:xfrm rot="9315829" flipH="1" flipV="1">
            <a:off x="2350276" y="4203580"/>
            <a:ext cx="2434818" cy="23734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LQ.DWP.WPIO.SAN &lt;- LQ.DWP.WPIO.SAN_ZOS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CE90BEFD-6BF3-7419-A116-D4A21562EC97}"/>
              </a:ext>
            </a:extLst>
          </p:cNvPr>
          <p:cNvSpPr/>
          <p:nvPr/>
        </p:nvSpPr>
        <p:spPr>
          <a:xfrm rot="12185704" flipH="1" flipV="1">
            <a:off x="2451535" y="2674637"/>
            <a:ext cx="2366766" cy="23734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/>
              <a:t>LQ.DWP.WPIO.SAN &lt;- LQ.DWP.WPIO.SAN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9" name="Flecha izquierda 12">
            <a:extLst>
              <a:ext uri="{FF2B5EF4-FFF2-40B4-BE49-F238E27FC236}">
                <a16:creationId xmlns:a16="http://schemas.microsoft.com/office/drawing/2014/main" id="{043E2121-00CD-CBE9-5ACC-5C039161B39A}"/>
              </a:ext>
            </a:extLst>
          </p:cNvPr>
          <p:cNvSpPr/>
          <p:nvPr/>
        </p:nvSpPr>
        <p:spPr>
          <a:xfrm rot="10800000" flipH="1" flipV="1">
            <a:off x="6502731" y="3230917"/>
            <a:ext cx="3269524" cy="26161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>
                <a:solidFill>
                  <a:schemeClr val="bg1"/>
                </a:solidFill>
                <a:ea typeface="+mn-lt"/>
                <a:cs typeface="+mn-lt"/>
              </a:rPr>
              <a:t>SAN.REQUEST.DWP04.TUG  &lt;-</a:t>
            </a:r>
            <a:r>
              <a:rPr lang="es-ES" sz="800" dirty="0">
                <a:solidFill>
                  <a:schemeClr val="tx1"/>
                </a:solidFill>
                <a:ea typeface="+mn-lt"/>
                <a:cs typeface="+mn-lt"/>
              </a:rPr>
              <a:t>-</a:t>
            </a:r>
            <a:r>
              <a:rPr lang="es-ES" sz="800" dirty="0">
                <a:solidFill>
                  <a:schemeClr val="tx1"/>
                </a:solidFill>
                <a:highlight>
                  <a:srgbClr val="FFFF00"/>
                </a:highlight>
                <a:ea typeface="+mn-lt"/>
                <a:cs typeface="+mn-lt"/>
              </a:rPr>
              <a:t> Queue4</a:t>
            </a:r>
            <a:endParaRPr lang="es-ES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1" name="CuadroTexto 35">
            <a:extLst>
              <a:ext uri="{FF2B5EF4-FFF2-40B4-BE49-F238E27FC236}">
                <a16:creationId xmlns:a16="http://schemas.microsoft.com/office/drawing/2014/main" id="{3D7E3A9D-44D1-A4B4-D7A7-9BC44FF8BFE8}"/>
              </a:ext>
            </a:extLst>
          </p:cNvPr>
          <p:cNvSpPr txBox="1"/>
          <p:nvPr/>
        </p:nvSpPr>
        <p:spPr>
          <a:xfrm>
            <a:off x="1679667" y="6003046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9" name="CuadroTexto 39">
            <a:hlinkClick r:id="rId23"/>
            <a:extLst>
              <a:ext uri="{FF2B5EF4-FFF2-40B4-BE49-F238E27FC236}">
                <a16:creationId xmlns:a16="http://schemas.microsoft.com/office/drawing/2014/main" id="{E0CA41E8-542A-2741-D53F-3BFAF1B9B775}"/>
              </a:ext>
            </a:extLst>
          </p:cNvPr>
          <p:cNvSpPr txBox="1"/>
          <p:nvPr/>
        </p:nvSpPr>
        <p:spPr>
          <a:xfrm>
            <a:off x="3747495" y="6278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5" name="CuadroTexto 38">
            <a:extLst>
              <a:ext uri="{FF2B5EF4-FFF2-40B4-BE49-F238E27FC236}">
                <a16:creationId xmlns:a16="http://schemas.microsoft.com/office/drawing/2014/main" id="{B2BB40B0-6FE2-917A-112D-9EA27A67F4F0}"/>
              </a:ext>
            </a:extLst>
          </p:cNvPr>
          <p:cNvSpPr txBox="1"/>
          <p:nvPr/>
        </p:nvSpPr>
        <p:spPr>
          <a:xfrm>
            <a:off x="8470470" y="628811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4" name="CuadroTexto 41">
            <a:extLst>
              <a:ext uri="{FF2B5EF4-FFF2-40B4-BE49-F238E27FC236}">
                <a16:creationId xmlns:a16="http://schemas.microsoft.com/office/drawing/2014/main" id="{88889D76-0683-B693-382D-5E2EF2E77320}"/>
              </a:ext>
            </a:extLst>
          </p:cNvPr>
          <p:cNvSpPr txBox="1"/>
          <p:nvPr/>
        </p:nvSpPr>
        <p:spPr>
          <a:xfrm>
            <a:off x="5574425" y="3976603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7" name="CuadroTexto 40">
            <a:extLst>
              <a:ext uri="{FF2B5EF4-FFF2-40B4-BE49-F238E27FC236}">
                <a16:creationId xmlns:a16="http://schemas.microsoft.com/office/drawing/2014/main" id="{90689466-B013-01CD-3BAC-5A3400F47F5C}"/>
              </a:ext>
            </a:extLst>
          </p:cNvPr>
          <p:cNvSpPr txBox="1"/>
          <p:nvPr/>
        </p:nvSpPr>
        <p:spPr>
          <a:xfrm>
            <a:off x="4439493" y="398286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1" name="CuadroTexto 36">
            <a:extLst>
              <a:ext uri="{FF2B5EF4-FFF2-40B4-BE49-F238E27FC236}">
                <a16:creationId xmlns:a16="http://schemas.microsoft.com/office/drawing/2014/main" id="{61310AE5-A968-C964-C62A-91F80FE6F31F}"/>
              </a:ext>
            </a:extLst>
          </p:cNvPr>
          <p:cNvSpPr txBox="1"/>
          <p:nvPr/>
        </p:nvSpPr>
        <p:spPr>
          <a:xfrm>
            <a:off x="1712644" y="345034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01FC4B-1536-4E74-DFD3-E72091940D0A}"/>
              </a:ext>
            </a:extLst>
          </p:cNvPr>
          <p:cNvSpPr txBox="1"/>
          <p:nvPr/>
        </p:nvSpPr>
        <p:spPr>
          <a:xfrm>
            <a:off x="2700828" y="5116345"/>
            <a:ext cx="163288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 dirty="0" err="1"/>
              <a:t>JOBs</a:t>
            </a:r>
            <a:r>
              <a:rPr lang="es-ES" sz="800" b="1" dirty="0"/>
              <a:t>: </a:t>
            </a:r>
            <a:r>
              <a:rPr lang="es-ES" sz="800" dirty="0">
                <a:ea typeface="+mn-lt"/>
                <a:cs typeface="+mn-lt"/>
              </a:rPr>
              <a:t>JWJJO05, JWJDELFI, WPIOCOPY, JW1IO05, LIQ1IO05</a:t>
            </a:r>
            <a:endParaRPr lang="es-E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2B4B73-86A4-52D0-1088-50175026B97C}"/>
              </a:ext>
            </a:extLst>
          </p:cNvPr>
          <p:cNvSpPr txBox="1"/>
          <p:nvPr/>
        </p:nvSpPr>
        <p:spPr>
          <a:xfrm>
            <a:off x="2859884" y="1838276"/>
            <a:ext cx="898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 dirty="0"/>
              <a:t>TRX: </a:t>
            </a:r>
            <a:r>
              <a:rPr lang="es-ES" sz="800" dirty="0">
                <a:ea typeface="+mn-lt"/>
                <a:cs typeface="+mn-lt"/>
              </a:rPr>
              <a:t>IYJC, QX07</a:t>
            </a:r>
            <a:endParaRPr lang="es-E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A1B893D-98F4-6FFD-3482-8798E2905196}"/>
              </a:ext>
            </a:extLst>
          </p:cNvPr>
          <p:cNvSpPr txBox="1"/>
          <p:nvPr/>
        </p:nvSpPr>
        <p:spPr>
          <a:xfrm>
            <a:off x="2859926" y="2034850"/>
            <a:ext cx="163288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 dirty="0" err="1"/>
              <a:t>JOBs</a:t>
            </a:r>
            <a:r>
              <a:rPr lang="es-ES" sz="800" b="1" dirty="0"/>
              <a:t>: </a:t>
            </a:r>
            <a:r>
              <a:rPr lang="es-ES" sz="800" dirty="0">
                <a:ea typeface="+mn-lt"/>
                <a:cs typeface="+mn-lt"/>
              </a:rPr>
              <a:t>JWJJO05, JWJDELFI, WPIOCOPY, JW1IO05, LIQ1IO05</a:t>
            </a:r>
            <a:endParaRPr lang="es-ES" sz="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802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14AE-7CAA-F87F-1A2F-A68B90F5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28">
            <a:extLst>
              <a:ext uri="{FF2B5EF4-FFF2-40B4-BE49-F238E27FC236}">
                <a16:creationId xmlns:a16="http://schemas.microsoft.com/office/drawing/2014/main" id="{58EBCBDC-BADD-2C7E-A269-BFA55F9D082B}"/>
              </a:ext>
            </a:extLst>
          </p:cNvPr>
          <p:cNvSpPr/>
          <p:nvPr/>
        </p:nvSpPr>
        <p:spPr>
          <a:xfrm>
            <a:off x="230625" y="1581716"/>
            <a:ext cx="8392407" cy="5014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OBHENMIC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229" name="Group 129">
            <a:extLst>
              <a:ext uri="{FF2B5EF4-FFF2-40B4-BE49-F238E27FC236}">
                <a16:creationId xmlns:a16="http://schemas.microsoft.com/office/drawing/2014/main" id="{6D8C3D61-00EC-C8AD-EEE9-1BD1BA0DBE8B}"/>
              </a:ext>
            </a:extLst>
          </p:cNvPr>
          <p:cNvGrpSpPr/>
          <p:nvPr/>
        </p:nvGrpSpPr>
        <p:grpSpPr>
          <a:xfrm>
            <a:off x="222142" y="1611308"/>
            <a:ext cx="1098530" cy="664463"/>
            <a:chOff x="996968" y="1879739"/>
            <a:chExt cx="576000" cy="540000"/>
          </a:xfrm>
        </p:grpSpPr>
        <p:cxnSp>
          <p:nvCxnSpPr>
            <p:cNvPr id="239" name="Straight Connector 210">
              <a:extLst>
                <a:ext uri="{FF2B5EF4-FFF2-40B4-BE49-F238E27FC236}">
                  <a16:creationId xmlns:a16="http://schemas.microsoft.com/office/drawing/2014/main" id="{D8ECC10E-C7F9-4C5D-1820-5DEFAC6C53E7}"/>
                </a:ext>
              </a:extLst>
            </p:cNvPr>
            <p:cNvCxnSpPr/>
            <p:nvPr/>
          </p:nvCxnSpPr>
          <p:spPr>
            <a:xfrm>
              <a:off x="1005332" y="187973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11">
              <a:extLst>
                <a:ext uri="{FF2B5EF4-FFF2-40B4-BE49-F238E27FC236}">
                  <a16:creationId xmlns:a16="http://schemas.microsoft.com/office/drawing/2014/main" id="{C7FBFA0C-656F-C4AC-0E09-16C86610B03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968" y="1603185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152">
            <a:extLst>
              <a:ext uri="{FF2B5EF4-FFF2-40B4-BE49-F238E27FC236}">
                <a16:creationId xmlns:a16="http://schemas.microsoft.com/office/drawing/2014/main" id="{3B1641E6-FEC5-4F67-CFB9-6B4B0AD072E6}"/>
              </a:ext>
            </a:extLst>
          </p:cNvPr>
          <p:cNvGrpSpPr/>
          <p:nvPr/>
        </p:nvGrpSpPr>
        <p:grpSpPr>
          <a:xfrm rot="5400000">
            <a:off x="7763486" y="1410532"/>
            <a:ext cx="708761" cy="1029876"/>
            <a:chOff x="996696" y="1879694"/>
            <a:chExt cx="576000" cy="540002"/>
          </a:xfrm>
        </p:grpSpPr>
        <p:cxnSp>
          <p:nvCxnSpPr>
            <p:cNvPr id="237" name="Straight Connector 208">
              <a:extLst>
                <a:ext uri="{FF2B5EF4-FFF2-40B4-BE49-F238E27FC236}">
                  <a16:creationId xmlns:a16="http://schemas.microsoft.com/office/drawing/2014/main" id="{48829A68-5DCF-1C75-F103-7F5925E48713}"/>
                </a:ext>
              </a:extLst>
            </p:cNvPr>
            <p:cNvCxnSpPr/>
            <p:nvPr/>
          </p:nvCxnSpPr>
          <p:spPr>
            <a:xfrm>
              <a:off x="1005332" y="1879696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09">
              <a:extLst>
                <a:ext uri="{FF2B5EF4-FFF2-40B4-BE49-F238E27FC236}">
                  <a16:creationId xmlns:a16="http://schemas.microsoft.com/office/drawing/2014/main" id="{AAA1F4D5-6305-2A7C-E7AC-EB5F3E400BF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4696" y="159169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02">
            <a:extLst>
              <a:ext uri="{FF2B5EF4-FFF2-40B4-BE49-F238E27FC236}">
                <a16:creationId xmlns:a16="http://schemas.microsoft.com/office/drawing/2014/main" id="{DE1CAA62-EAFF-94BD-4E92-572D1D157AF4}"/>
              </a:ext>
            </a:extLst>
          </p:cNvPr>
          <p:cNvGrpSpPr/>
          <p:nvPr/>
        </p:nvGrpSpPr>
        <p:grpSpPr>
          <a:xfrm rot="16200000">
            <a:off x="381034" y="5784871"/>
            <a:ext cx="708761" cy="1029872"/>
            <a:chOff x="1169162" y="1882999"/>
            <a:chExt cx="576000" cy="540000"/>
          </a:xfrm>
        </p:grpSpPr>
        <p:cxnSp>
          <p:nvCxnSpPr>
            <p:cNvPr id="235" name="Straight Connector 206">
              <a:extLst>
                <a:ext uri="{FF2B5EF4-FFF2-40B4-BE49-F238E27FC236}">
                  <a16:creationId xmlns:a16="http://schemas.microsoft.com/office/drawing/2014/main" id="{ABC68471-4146-09FE-C5F7-70C732899F29}"/>
                </a:ext>
              </a:extLst>
            </p:cNvPr>
            <p:cNvCxnSpPr/>
            <p:nvPr/>
          </p:nvCxnSpPr>
          <p:spPr>
            <a:xfrm>
              <a:off x="1183462" y="1882999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07">
              <a:extLst>
                <a:ext uri="{FF2B5EF4-FFF2-40B4-BE49-F238E27FC236}">
                  <a16:creationId xmlns:a16="http://schemas.microsoft.com/office/drawing/2014/main" id="{81C4F151-1809-D169-0A9E-E398110071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57162" y="160318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03">
            <a:extLst>
              <a:ext uri="{FF2B5EF4-FFF2-40B4-BE49-F238E27FC236}">
                <a16:creationId xmlns:a16="http://schemas.microsoft.com/office/drawing/2014/main" id="{2831CD02-1001-865D-278C-E861B3AA3917}"/>
              </a:ext>
            </a:extLst>
          </p:cNvPr>
          <p:cNvGrpSpPr/>
          <p:nvPr/>
        </p:nvGrpSpPr>
        <p:grpSpPr>
          <a:xfrm rot="10800000">
            <a:off x="7534275" y="5989724"/>
            <a:ext cx="1098530" cy="664463"/>
            <a:chOff x="986280" y="2069312"/>
            <a:chExt cx="576000" cy="540000"/>
          </a:xfrm>
        </p:grpSpPr>
        <p:cxnSp>
          <p:nvCxnSpPr>
            <p:cNvPr id="233" name="Straight Connector 204">
              <a:extLst>
                <a:ext uri="{FF2B5EF4-FFF2-40B4-BE49-F238E27FC236}">
                  <a16:creationId xmlns:a16="http://schemas.microsoft.com/office/drawing/2014/main" id="{2913DEFB-07C8-1A57-87E0-82D60B105019}"/>
                </a:ext>
              </a:extLst>
            </p:cNvPr>
            <p:cNvCxnSpPr/>
            <p:nvPr/>
          </p:nvCxnSpPr>
          <p:spPr>
            <a:xfrm>
              <a:off x="991402" y="2069312"/>
              <a:ext cx="0" cy="5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05">
              <a:extLst>
                <a:ext uri="{FF2B5EF4-FFF2-40B4-BE49-F238E27FC236}">
                  <a16:creationId xmlns:a16="http://schemas.microsoft.com/office/drawing/2014/main" id="{2C3251E4-7A86-167C-CCF8-926B8A2A78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74280" y="1781314"/>
              <a:ext cx="0" cy="57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Marcador de número de diapositiva 2">
            <a:extLst>
              <a:ext uri="{FF2B5EF4-FFF2-40B4-BE49-F238E27FC236}">
                <a16:creationId xmlns:a16="http://schemas.microsoft.com/office/drawing/2014/main" id="{98B5B633-2703-24AF-BC57-1DC05EDD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695" y="6437996"/>
            <a:ext cx="35256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05C7AC95-FE6B-10B7-33E5-37F1F0F71225}"/>
              </a:ext>
            </a:extLst>
          </p:cNvPr>
          <p:cNvSpPr/>
          <p:nvPr/>
        </p:nvSpPr>
        <p:spPr>
          <a:xfrm>
            <a:off x="0" y="673566"/>
            <a:ext cx="12192000" cy="870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EC233C85-DA51-6AEA-2584-727D306BF248}"/>
              </a:ext>
            </a:extLst>
          </p:cNvPr>
          <p:cNvSpPr/>
          <p:nvPr/>
        </p:nvSpPr>
        <p:spPr>
          <a:xfrm>
            <a:off x="739096" y="453855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4" name="Marcador de texto 3">
            <a:extLst>
              <a:ext uri="{FF2B5EF4-FFF2-40B4-BE49-F238E27FC236}">
                <a16:creationId xmlns:a16="http://schemas.microsoft.com/office/drawing/2014/main" id="{53982D23-9E58-F3CA-DEF4-8EC997F28B43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D09B8497-5FD6-F66B-9D07-2961CBD89849}"/>
              </a:ext>
            </a:extLst>
          </p:cNvPr>
          <p:cNvSpPr/>
          <p:nvPr/>
        </p:nvSpPr>
        <p:spPr>
          <a:xfrm>
            <a:off x="1381336" y="88724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Santander Headline"/>
              </a:rPr>
              <a:t>MAM orders delivery –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Diagrama</a:t>
            </a:r>
            <a:r>
              <a:rPr lang="en-US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US" err="1">
                <a:solidFill>
                  <a:schemeClr val="tx1"/>
                </a:solidFill>
                <a:latin typeface="Santander Headline"/>
              </a:rPr>
              <a:t>Integración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B1017F4C-75E6-ECE9-F216-806EFDCED201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040F4759-1862-7C2A-8400-AE728FDB9B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grpSp>
        <p:nvGrpSpPr>
          <p:cNvPr id="241" name="Group 246">
            <a:extLst>
              <a:ext uri="{FF2B5EF4-FFF2-40B4-BE49-F238E27FC236}">
                <a16:creationId xmlns:a16="http://schemas.microsoft.com/office/drawing/2014/main" id="{4FEAB3E3-D7CD-0E6E-319F-FAEA42C1D273}"/>
              </a:ext>
            </a:extLst>
          </p:cNvPr>
          <p:cNvGrpSpPr/>
          <p:nvPr/>
        </p:nvGrpSpPr>
        <p:grpSpPr>
          <a:xfrm>
            <a:off x="9090561" y="1685005"/>
            <a:ext cx="2767471" cy="271403"/>
            <a:chOff x="1762778" y="2834291"/>
            <a:chExt cx="9589994" cy="187258"/>
          </a:xfrm>
        </p:grpSpPr>
        <p:cxnSp>
          <p:nvCxnSpPr>
            <p:cNvPr id="242" name="Straight Connector 247">
              <a:extLst>
                <a:ext uri="{FF2B5EF4-FFF2-40B4-BE49-F238E27FC236}">
                  <a16:creationId xmlns:a16="http://schemas.microsoft.com/office/drawing/2014/main" id="{12342253-F9DC-ED46-D668-FAA2A6523061}"/>
                </a:ext>
              </a:extLst>
            </p:cNvPr>
            <p:cNvCxnSpPr>
              <a:cxnSpLocks/>
            </p:cNvCxnSpPr>
            <p:nvPr/>
          </p:nvCxnSpPr>
          <p:spPr>
            <a:xfrm>
              <a:off x="1762778" y="2928402"/>
              <a:ext cx="9589994" cy="735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ectangle 248">
              <a:extLst>
                <a:ext uri="{FF2B5EF4-FFF2-40B4-BE49-F238E27FC236}">
                  <a16:creationId xmlns:a16="http://schemas.microsoft.com/office/drawing/2014/main" id="{CE788552-9E5B-223B-E1BB-9575206CFE87}"/>
                </a:ext>
              </a:extLst>
            </p:cNvPr>
            <p:cNvSpPr/>
            <p:nvPr/>
          </p:nvSpPr>
          <p:spPr>
            <a:xfrm>
              <a:off x="3990424" y="2834291"/>
              <a:ext cx="5134698" cy="187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Main features</a:t>
              </a:r>
            </a:p>
          </p:txBody>
        </p:sp>
      </p:grpSp>
      <p:sp>
        <p:nvSpPr>
          <p:cNvPr id="244" name="Rectángulo 10">
            <a:extLst>
              <a:ext uri="{FF2B5EF4-FFF2-40B4-BE49-F238E27FC236}">
                <a16:creationId xmlns:a16="http://schemas.microsoft.com/office/drawing/2014/main" id="{A51A2CF5-E346-434F-1D84-E7A8B1C22A88}"/>
              </a:ext>
            </a:extLst>
          </p:cNvPr>
          <p:cNvSpPr/>
          <p:nvPr/>
        </p:nvSpPr>
        <p:spPr>
          <a:xfrm>
            <a:off x="8735125" y="2080751"/>
            <a:ext cx="3056041" cy="39395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" sz="1200" dirty="0">
                <a:solidFill>
                  <a:srgbClr val="1F1F1F"/>
                </a:solidFill>
                <a:latin typeface="Santander Text"/>
              </a:rPr>
              <a:t>DWP Operations Accounting Flow generates daily batch files with all the operations executed in the stock markets.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" sz="1200" dirty="0">
                <a:solidFill>
                  <a:srgbClr val="1F1F1F"/>
                </a:solidFill>
                <a:latin typeface="Santander Text"/>
              </a:rPr>
              <a:t>These files are received by our </a:t>
            </a:r>
            <a:r>
              <a:rPr lang="en" sz="1200" dirty="0" err="1">
                <a:solidFill>
                  <a:srgbClr val="1F1F1F"/>
                </a:solidFill>
                <a:latin typeface="Santander Text"/>
              </a:rPr>
              <a:t>Partenón</a:t>
            </a:r>
            <a:r>
              <a:rPr lang="en" sz="1200" dirty="0">
                <a:solidFill>
                  <a:srgbClr val="1F1F1F"/>
                </a:solidFill>
                <a:latin typeface="Santander Text"/>
              </a:rPr>
              <a:t> software and we do the following: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" sz="1200">
              <a:solidFill>
                <a:srgbClr val="1F1F1F"/>
              </a:solidFill>
              <a:latin typeface="Santander Text"/>
            </a:endParaRPr>
          </a:p>
          <a:p>
            <a:pPr marL="628650" lvl="1" indent="-171450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" sz="1200" dirty="0">
                <a:solidFill>
                  <a:srgbClr val="1F1F1F"/>
                </a:solidFill>
                <a:latin typeface="Santander Text"/>
              </a:rPr>
              <a:t>We execute the DGO operation to stabilize the client's current account.</a:t>
            </a:r>
          </a:p>
          <a:p>
            <a:pPr marL="628650" lvl="1" indent="-171450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" sz="1200" dirty="0">
                <a:solidFill>
                  <a:srgbClr val="1F1F1F"/>
                </a:solidFill>
                <a:latin typeface="Santander Text"/>
              </a:rPr>
              <a:t>We eliminate the withholding or increase of available in the current account by plotting by reference.</a:t>
            </a:r>
          </a:p>
          <a:p>
            <a:pPr marL="628650" lvl="1" indent="-171450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" sz="1200" dirty="0">
                <a:solidFill>
                  <a:srgbClr val="1F1F1F"/>
                </a:solidFill>
                <a:latin typeface="Santander Text"/>
              </a:rPr>
              <a:t>Rejected operations are sent to </a:t>
            </a:r>
            <a:r>
              <a:rPr lang="en" sz="1200" dirty="0" err="1">
                <a:solidFill>
                  <a:srgbClr val="1F1F1F"/>
                </a:solidFill>
                <a:latin typeface="Santander Text"/>
              </a:rPr>
              <a:t>todolist</a:t>
            </a:r>
            <a:r>
              <a:rPr lang="en" sz="1200" dirty="0">
                <a:solidFill>
                  <a:srgbClr val="1F1F1F"/>
                </a:solidFill>
                <a:latin typeface="Santander Text"/>
              </a:rPr>
              <a:t> for accounting since they are already executed operations.</a:t>
            </a:r>
          </a:p>
          <a:p>
            <a:pPr marL="628650" lvl="1" indent="-171450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endParaRPr lang="en" sz="1200" dirty="0">
              <a:solidFill>
                <a:srgbClr val="1F1F1F"/>
              </a:solidFill>
              <a:latin typeface="Santander Text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" sz="1200" dirty="0">
                <a:solidFill>
                  <a:srgbClr val="1F1F1F"/>
                </a:solidFill>
                <a:latin typeface="Santander Text"/>
              </a:rPr>
              <a:t>This DWP05 </a:t>
            </a:r>
            <a:r>
              <a:rPr lang="en" sz="1200" dirty="0" err="1">
                <a:solidFill>
                  <a:srgbClr val="1F1F1F"/>
                </a:solidFill>
                <a:latin typeface="Santander Text"/>
              </a:rPr>
              <a:t>funcionality</a:t>
            </a:r>
            <a:r>
              <a:rPr lang="en" sz="1200" dirty="0">
                <a:solidFill>
                  <a:srgbClr val="1F1F1F"/>
                </a:solidFill>
                <a:latin typeface="Santander Text"/>
              </a:rPr>
              <a:t> is related to "asset purchase from Santander employees".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7CCE467D-AE34-0C2B-A07A-546DDF069EB1}"/>
              </a:ext>
            </a:extLst>
          </p:cNvPr>
          <p:cNvSpPr/>
          <p:nvPr/>
        </p:nvSpPr>
        <p:spPr>
          <a:xfrm>
            <a:off x="2754341" y="1934460"/>
            <a:ext cx="2954649" cy="325709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176" name="Group 248">
            <a:extLst>
              <a:ext uri="{FF2B5EF4-FFF2-40B4-BE49-F238E27FC236}">
                <a16:creationId xmlns:a16="http://schemas.microsoft.com/office/drawing/2014/main" id="{E453199E-5C7B-58E4-744C-4CD6F27F83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814" y="2359445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77" name="Freeform 249">
              <a:extLst>
                <a:ext uri="{FF2B5EF4-FFF2-40B4-BE49-F238E27FC236}">
                  <a16:creationId xmlns:a16="http://schemas.microsoft.com/office/drawing/2014/main" id="{551F91AC-B4C0-5BA3-EE3D-02FD372554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8" name="Freeform 250">
              <a:extLst>
                <a:ext uri="{FF2B5EF4-FFF2-40B4-BE49-F238E27FC236}">
                  <a16:creationId xmlns:a16="http://schemas.microsoft.com/office/drawing/2014/main" id="{E39AAD23-DE79-CF2B-34BE-FBEB1E8C1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79" name="Oval 251">
              <a:extLst>
                <a:ext uri="{FF2B5EF4-FFF2-40B4-BE49-F238E27FC236}">
                  <a16:creationId xmlns:a16="http://schemas.microsoft.com/office/drawing/2014/main" id="{14074FE2-85B4-1799-56EE-3409E986A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0" name="Oval 252">
              <a:extLst>
                <a:ext uri="{FF2B5EF4-FFF2-40B4-BE49-F238E27FC236}">
                  <a16:creationId xmlns:a16="http://schemas.microsoft.com/office/drawing/2014/main" id="{63CEDCB2-CC2E-F831-0C9E-82505AB29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1" name="Oval 253">
              <a:extLst>
                <a:ext uri="{FF2B5EF4-FFF2-40B4-BE49-F238E27FC236}">
                  <a16:creationId xmlns:a16="http://schemas.microsoft.com/office/drawing/2014/main" id="{901EC6D9-3281-C556-6A6B-40682928B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2" name="Freeform 254">
              <a:extLst>
                <a:ext uri="{FF2B5EF4-FFF2-40B4-BE49-F238E27FC236}">
                  <a16:creationId xmlns:a16="http://schemas.microsoft.com/office/drawing/2014/main" id="{3F4A66B2-DF97-BB12-D4AC-F6C0E4EB1D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3" name="Freeform 255">
              <a:extLst>
                <a:ext uri="{FF2B5EF4-FFF2-40B4-BE49-F238E27FC236}">
                  <a16:creationId xmlns:a16="http://schemas.microsoft.com/office/drawing/2014/main" id="{FE205AC7-C46B-77A7-F117-8CB24D2BF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4" name="Oval 256">
              <a:extLst>
                <a:ext uri="{FF2B5EF4-FFF2-40B4-BE49-F238E27FC236}">
                  <a16:creationId xmlns:a16="http://schemas.microsoft.com/office/drawing/2014/main" id="{F024F428-49BC-FACA-39BA-9FBD93E67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5" name="Oval 257">
              <a:extLst>
                <a:ext uri="{FF2B5EF4-FFF2-40B4-BE49-F238E27FC236}">
                  <a16:creationId xmlns:a16="http://schemas.microsoft.com/office/drawing/2014/main" id="{B72DFF37-F517-4CFA-E7A5-A27EA39AE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6" name="Oval 258">
              <a:extLst>
                <a:ext uri="{FF2B5EF4-FFF2-40B4-BE49-F238E27FC236}">
                  <a16:creationId xmlns:a16="http://schemas.microsoft.com/office/drawing/2014/main" id="{D8D0AA82-F2F1-68EE-2DC4-F5D2BDF7D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7" name="Freeform 259">
              <a:extLst>
                <a:ext uri="{FF2B5EF4-FFF2-40B4-BE49-F238E27FC236}">
                  <a16:creationId xmlns:a16="http://schemas.microsoft.com/office/drawing/2014/main" id="{523C0CF4-125F-D92C-AAC8-48F1A62EA4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8" name="Freeform 260">
              <a:extLst>
                <a:ext uri="{FF2B5EF4-FFF2-40B4-BE49-F238E27FC236}">
                  <a16:creationId xmlns:a16="http://schemas.microsoft.com/office/drawing/2014/main" id="{3A7A0D3F-813A-4DD5-8F5F-3B785D5D1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89" name="Oval 261">
              <a:extLst>
                <a:ext uri="{FF2B5EF4-FFF2-40B4-BE49-F238E27FC236}">
                  <a16:creationId xmlns:a16="http://schemas.microsoft.com/office/drawing/2014/main" id="{8BABA65E-E355-356F-8FF0-5832192FD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0" name="Oval 262">
              <a:extLst>
                <a:ext uri="{FF2B5EF4-FFF2-40B4-BE49-F238E27FC236}">
                  <a16:creationId xmlns:a16="http://schemas.microsoft.com/office/drawing/2014/main" id="{AA0F6602-FABC-C8AA-E1A9-F35B32C90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1" name="Oval 263">
              <a:extLst>
                <a:ext uri="{FF2B5EF4-FFF2-40B4-BE49-F238E27FC236}">
                  <a16:creationId xmlns:a16="http://schemas.microsoft.com/office/drawing/2014/main" id="{A4FBC6CD-6E55-908B-FBEC-E304F1E64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2" name="Freeform 264">
              <a:extLst>
                <a:ext uri="{FF2B5EF4-FFF2-40B4-BE49-F238E27FC236}">
                  <a16:creationId xmlns:a16="http://schemas.microsoft.com/office/drawing/2014/main" id="{B6D4BABE-744E-0FB3-FF87-7C7275B7F3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E2BABDA3-F890-820A-36B7-647BA2F79ECC}"/>
              </a:ext>
            </a:extLst>
          </p:cNvPr>
          <p:cNvSpPr txBox="1"/>
          <p:nvPr/>
        </p:nvSpPr>
        <p:spPr>
          <a:xfrm>
            <a:off x="276793" y="1997862"/>
            <a:ext cx="1410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Mainframe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A59D742-FC77-C808-B30C-E4C0B5F2572C}"/>
              </a:ext>
            </a:extLst>
          </p:cNvPr>
          <p:cNvCxnSpPr>
            <a:cxnSpLocks/>
          </p:cNvCxnSpPr>
          <p:nvPr/>
        </p:nvCxnSpPr>
        <p:spPr>
          <a:xfrm flipH="1" flipV="1">
            <a:off x="1279469" y="2769755"/>
            <a:ext cx="2526371" cy="68128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67F9754A-BF5E-6D4C-2E16-7711DF006794}"/>
              </a:ext>
            </a:extLst>
          </p:cNvPr>
          <p:cNvCxnSpPr>
            <a:cxnSpLocks/>
          </p:cNvCxnSpPr>
          <p:nvPr/>
        </p:nvCxnSpPr>
        <p:spPr>
          <a:xfrm flipH="1">
            <a:off x="4780515" y="3553462"/>
            <a:ext cx="2822414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248">
            <a:extLst>
              <a:ext uri="{FF2B5EF4-FFF2-40B4-BE49-F238E27FC236}">
                <a16:creationId xmlns:a16="http://schemas.microsoft.com/office/drawing/2014/main" id="{68BD2FFC-4192-BFF9-42D8-8145F14323D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91867" y="3126171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197" name="Freeform 249">
              <a:extLst>
                <a:ext uri="{FF2B5EF4-FFF2-40B4-BE49-F238E27FC236}">
                  <a16:creationId xmlns:a16="http://schemas.microsoft.com/office/drawing/2014/main" id="{6B1379AA-5C10-9E62-44F9-EF381388D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8" name="Freeform 250">
              <a:extLst>
                <a:ext uri="{FF2B5EF4-FFF2-40B4-BE49-F238E27FC236}">
                  <a16:creationId xmlns:a16="http://schemas.microsoft.com/office/drawing/2014/main" id="{8C3D01B0-9B7E-0C97-E05B-0DA5AF414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199" name="Oval 251">
              <a:extLst>
                <a:ext uri="{FF2B5EF4-FFF2-40B4-BE49-F238E27FC236}">
                  <a16:creationId xmlns:a16="http://schemas.microsoft.com/office/drawing/2014/main" id="{05CE4E68-3637-50C7-3B94-15D155017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0" name="Oval 252">
              <a:extLst>
                <a:ext uri="{FF2B5EF4-FFF2-40B4-BE49-F238E27FC236}">
                  <a16:creationId xmlns:a16="http://schemas.microsoft.com/office/drawing/2014/main" id="{21F0E7AC-8882-148B-D5D4-F4F81E092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1" name="Oval 253">
              <a:extLst>
                <a:ext uri="{FF2B5EF4-FFF2-40B4-BE49-F238E27FC236}">
                  <a16:creationId xmlns:a16="http://schemas.microsoft.com/office/drawing/2014/main" id="{A31C34F6-0E92-3A7C-D866-AFD528FE9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2" name="Freeform 254">
              <a:extLst>
                <a:ext uri="{FF2B5EF4-FFF2-40B4-BE49-F238E27FC236}">
                  <a16:creationId xmlns:a16="http://schemas.microsoft.com/office/drawing/2014/main" id="{34021A66-F15C-14CE-12A2-B48BE97191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3" name="Freeform 255">
              <a:extLst>
                <a:ext uri="{FF2B5EF4-FFF2-40B4-BE49-F238E27FC236}">
                  <a16:creationId xmlns:a16="http://schemas.microsoft.com/office/drawing/2014/main" id="{10CE7532-0ADD-A42E-CF31-F3677278D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4" name="Oval 256">
              <a:extLst>
                <a:ext uri="{FF2B5EF4-FFF2-40B4-BE49-F238E27FC236}">
                  <a16:creationId xmlns:a16="http://schemas.microsoft.com/office/drawing/2014/main" id="{20927056-D16B-252E-C1FF-13D97847C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5" name="Oval 257">
              <a:extLst>
                <a:ext uri="{FF2B5EF4-FFF2-40B4-BE49-F238E27FC236}">
                  <a16:creationId xmlns:a16="http://schemas.microsoft.com/office/drawing/2014/main" id="{F81CC364-3799-B8DC-3A02-51C2C43CF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7" name="Oval 258">
              <a:extLst>
                <a:ext uri="{FF2B5EF4-FFF2-40B4-BE49-F238E27FC236}">
                  <a16:creationId xmlns:a16="http://schemas.microsoft.com/office/drawing/2014/main" id="{CAB033F6-EB4C-644C-8FE3-01FC9FC0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8" name="Freeform 259">
              <a:extLst>
                <a:ext uri="{FF2B5EF4-FFF2-40B4-BE49-F238E27FC236}">
                  <a16:creationId xmlns:a16="http://schemas.microsoft.com/office/drawing/2014/main" id="{4AF94961-4452-F07A-BC09-B719A4BCBB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09" name="Freeform 260">
              <a:extLst>
                <a:ext uri="{FF2B5EF4-FFF2-40B4-BE49-F238E27FC236}">
                  <a16:creationId xmlns:a16="http://schemas.microsoft.com/office/drawing/2014/main" id="{F9A5C06E-3A7F-FB00-5A58-FD5EA87F4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0" name="Oval 261">
              <a:extLst>
                <a:ext uri="{FF2B5EF4-FFF2-40B4-BE49-F238E27FC236}">
                  <a16:creationId xmlns:a16="http://schemas.microsoft.com/office/drawing/2014/main" id="{58C73AC8-13B8-4298-1280-284DB8B37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1" name="Oval 262">
              <a:extLst>
                <a:ext uri="{FF2B5EF4-FFF2-40B4-BE49-F238E27FC236}">
                  <a16:creationId xmlns:a16="http://schemas.microsoft.com/office/drawing/2014/main" id="{A378BBE0-7A1A-6314-6D1E-A4F1EEFF4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2" name="Oval 263">
              <a:extLst>
                <a:ext uri="{FF2B5EF4-FFF2-40B4-BE49-F238E27FC236}">
                  <a16:creationId xmlns:a16="http://schemas.microsoft.com/office/drawing/2014/main" id="{E67CFBD3-62FC-2E37-8632-5F0467278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3" name="Freeform 264">
              <a:extLst>
                <a:ext uri="{FF2B5EF4-FFF2-40B4-BE49-F238E27FC236}">
                  <a16:creationId xmlns:a16="http://schemas.microsoft.com/office/drawing/2014/main" id="{9F4E8D10-0746-E5FB-A20D-251DFEA650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grpSp>
        <p:nvGrpSpPr>
          <p:cNvPr id="216" name="Group 248">
            <a:extLst>
              <a:ext uri="{FF2B5EF4-FFF2-40B4-BE49-F238E27FC236}">
                <a16:creationId xmlns:a16="http://schemas.microsoft.com/office/drawing/2014/main" id="{0147C013-34D2-4826-3196-9A87C84F9C2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217" y="4191699"/>
            <a:ext cx="677125" cy="856830"/>
            <a:chOff x="351" y="438"/>
            <a:chExt cx="428" cy="426"/>
          </a:xfrm>
          <a:solidFill>
            <a:srgbClr val="FF0000"/>
          </a:solidFill>
        </p:grpSpPr>
        <p:sp>
          <p:nvSpPr>
            <p:cNvPr id="217" name="Freeform 249">
              <a:extLst>
                <a:ext uri="{FF2B5EF4-FFF2-40B4-BE49-F238E27FC236}">
                  <a16:creationId xmlns:a16="http://schemas.microsoft.com/office/drawing/2014/main" id="{02ABB3AC-E1DC-0619-AF34-203EB7645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8" name="Freeform 250">
              <a:extLst>
                <a:ext uri="{FF2B5EF4-FFF2-40B4-BE49-F238E27FC236}">
                  <a16:creationId xmlns:a16="http://schemas.microsoft.com/office/drawing/2014/main" id="{4A645632-A148-EB85-9371-7CF4DF5BD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19" name="Oval 251">
              <a:extLst>
                <a:ext uri="{FF2B5EF4-FFF2-40B4-BE49-F238E27FC236}">
                  <a16:creationId xmlns:a16="http://schemas.microsoft.com/office/drawing/2014/main" id="{40A58F4B-5A38-6C55-8423-59B460C48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0" name="Oval 252">
              <a:extLst>
                <a:ext uri="{FF2B5EF4-FFF2-40B4-BE49-F238E27FC236}">
                  <a16:creationId xmlns:a16="http://schemas.microsoft.com/office/drawing/2014/main" id="{F1B5A95F-3CA3-5869-F1BE-DA8C2D88E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1" name="Oval 253">
              <a:extLst>
                <a:ext uri="{FF2B5EF4-FFF2-40B4-BE49-F238E27FC236}">
                  <a16:creationId xmlns:a16="http://schemas.microsoft.com/office/drawing/2014/main" id="{8E2C26BF-6DF7-2367-4C14-FA70B824E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2" name="Freeform 254">
              <a:extLst>
                <a:ext uri="{FF2B5EF4-FFF2-40B4-BE49-F238E27FC236}">
                  <a16:creationId xmlns:a16="http://schemas.microsoft.com/office/drawing/2014/main" id="{1528BCEF-E4AA-4839-CF40-195594FA75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3" name="Freeform 255">
              <a:extLst>
                <a:ext uri="{FF2B5EF4-FFF2-40B4-BE49-F238E27FC236}">
                  <a16:creationId xmlns:a16="http://schemas.microsoft.com/office/drawing/2014/main" id="{7A41EBC1-6BD7-BC7E-BA5C-B21EFFC19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4" name="Oval 256">
              <a:extLst>
                <a:ext uri="{FF2B5EF4-FFF2-40B4-BE49-F238E27FC236}">
                  <a16:creationId xmlns:a16="http://schemas.microsoft.com/office/drawing/2014/main" id="{53CB2C40-2FD5-2613-8E5C-D8DCB2450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5" name="Oval 257">
              <a:extLst>
                <a:ext uri="{FF2B5EF4-FFF2-40B4-BE49-F238E27FC236}">
                  <a16:creationId xmlns:a16="http://schemas.microsoft.com/office/drawing/2014/main" id="{B3DAB669-CE0B-05AA-BF1D-BF91AB023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6" name="Oval 258">
              <a:extLst>
                <a:ext uri="{FF2B5EF4-FFF2-40B4-BE49-F238E27FC236}">
                  <a16:creationId xmlns:a16="http://schemas.microsoft.com/office/drawing/2014/main" id="{DFA8C692-FA94-EFD4-00F4-121D5FC2C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27" name="Freeform 259">
              <a:extLst>
                <a:ext uri="{FF2B5EF4-FFF2-40B4-BE49-F238E27FC236}">
                  <a16:creationId xmlns:a16="http://schemas.microsoft.com/office/drawing/2014/main" id="{3B8CE06E-8F48-E3DE-135F-65FFA5D46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5" name="Freeform 260">
              <a:extLst>
                <a:ext uri="{FF2B5EF4-FFF2-40B4-BE49-F238E27FC236}">
                  <a16:creationId xmlns:a16="http://schemas.microsoft.com/office/drawing/2014/main" id="{713AFBBF-1D72-75AD-71B2-625E94A75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6" name="Oval 261">
              <a:extLst>
                <a:ext uri="{FF2B5EF4-FFF2-40B4-BE49-F238E27FC236}">
                  <a16:creationId xmlns:a16="http://schemas.microsoft.com/office/drawing/2014/main" id="{F3A93C10-1B19-F9EC-C6AD-DA86D44A9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7" name="Oval 262">
              <a:extLst>
                <a:ext uri="{FF2B5EF4-FFF2-40B4-BE49-F238E27FC236}">
                  <a16:creationId xmlns:a16="http://schemas.microsoft.com/office/drawing/2014/main" id="{C67F0F2D-513D-0FD5-21AC-D7DE16CE7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8" name="Oval 263">
              <a:extLst>
                <a:ext uri="{FF2B5EF4-FFF2-40B4-BE49-F238E27FC236}">
                  <a16:creationId xmlns:a16="http://schemas.microsoft.com/office/drawing/2014/main" id="{2AD8B62F-EAB0-16B1-FFDA-4E5395CCE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49" name="Freeform 264">
              <a:extLst>
                <a:ext uri="{FF2B5EF4-FFF2-40B4-BE49-F238E27FC236}">
                  <a16:creationId xmlns:a16="http://schemas.microsoft.com/office/drawing/2014/main" id="{E91E0CF5-19AE-E90E-8811-414DFA953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B9C7487-4913-6FBE-464D-5F2C0CE2C088}"/>
              </a:ext>
            </a:extLst>
          </p:cNvPr>
          <p:cNvSpPr/>
          <p:nvPr/>
        </p:nvSpPr>
        <p:spPr>
          <a:xfrm>
            <a:off x="3209647" y="5599773"/>
            <a:ext cx="2072450" cy="92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251" name="Group 109">
            <a:extLst>
              <a:ext uri="{FF2B5EF4-FFF2-40B4-BE49-F238E27FC236}">
                <a16:creationId xmlns:a16="http://schemas.microsoft.com/office/drawing/2014/main" id="{D9AA76CE-E471-C956-F471-110C0FE2A45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6386" y="5908006"/>
            <a:ext cx="524050" cy="443579"/>
            <a:chOff x="5507" y="464"/>
            <a:chExt cx="426" cy="373"/>
          </a:xfrm>
          <a:solidFill>
            <a:srgbClr val="FF0000"/>
          </a:solidFill>
        </p:grpSpPr>
        <p:sp>
          <p:nvSpPr>
            <p:cNvPr id="252" name="Freeform 110">
              <a:extLst>
                <a:ext uri="{FF2B5EF4-FFF2-40B4-BE49-F238E27FC236}">
                  <a16:creationId xmlns:a16="http://schemas.microsoft.com/office/drawing/2014/main" id="{767E9401-3344-2006-FB2E-64D75BC190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464"/>
              <a:ext cx="426" cy="337"/>
            </a:xfrm>
            <a:custGeom>
              <a:avLst/>
              <a:gdLst>
                <a:gd name="T0" fmla="*/ 264 w 288"/>
                <a:gd name="T1" fmla="*/ 228 h 228"/>
                <a:gd name="T2" fmla="*/ 24 w 288"/>
                <a:gd name="T3" fmla="*/ 228 h 228"/>
                <a:gd name="T4" fmla="*/ 0 w 288"/>
                <a:gd name="T5" fmla="*/ 203 h 228"/>
                <a:gd name="T6" fmla="*/ 0 w 288"/>
                <a:gd name="T7" fmla="*/ 25 h 228"/>
                <a:gd name="T8" fmla="*/ 24 w 288"/>
                <a:gd name="T9" fmla="*/ 0 h 228"/>
                <a:gd name="T10" fmla="*/ 264 w 288"/>
                <a:gd name="T11" fmla="*/ 0 h 228"/>
                <a:gd name="T12" fmla="*/ 288 w 288"/>
                <a:gd name="T13" fmla="*/ 25 h 228"/>
                <a:gd name="T14" fmla="*/ 288 w 288"/>
                <a:gd name="T15" fmla="*/ 203 h 228"/>
                <a:gd name="T16" fmla="*/ 264 w 288"/>
                <a:gd name="T17" fmla="*/ 228 h 228"/>
                <a:gd name="T18" fmla="*/ 24 w 288"/>
                <a:gd name="T19" fmla="*/ 12 h 228"/>
                <a:gd name="T20" fmla="*/ 12 w 288"/>
                <a:gd name="T21" fmla="*/ 25 h 228"/>
                <a:gd name="T22" fmla="*/ 12 w 288"/>
                <a:gd name="T23" fmla="*/ 203 h 228"/>
                <a:gd name="T24" fmla="*/ 24 w 288"/>
                <a:gd name="T25" fmla="*/ 216 h 228"/>
                <a:gd name="T26" fmla="*/ 264 w 288"/>
                <a:gd name="T27" fmla="*/ 216 h 228"/>
                <a:gd name="T28" fmla="*/ 276 w 288"/>
                <a:gd name="T29" fmla="*/ 203 h 228"/>
                <a:gd name="T30" fmla="*/ 276 w 288"/>
                <a:gd name="T31" fmla="*/ 25 h 228"/>
                <a:gd name="T32" fmla="*/ 264 w 288"/>
                <a:gd name="T33" fmla="*/ 12 h 228"/>
                <a:gd name="T34" fmla="*/ 24 w 288"/>
                <a:gd name="T35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28">
                  <a:moveTo>
                    <a:pt x="264" y="228"/>
                  </a:moveTo>
                  <a:cubicBezTo>
                    <a:pt x="24" y="228"/>
                    <a:pt x="24" y="228"/>
                    <a:pt x="24" y="228"/>
                  </a:cubicBezTo>
                  <a:cubicBezTo>
                    <a:pt x="11" y="228"/>
                    <a:pt x="0" y="217"/>
                    <a:pt x="0" y="20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7" y="0"/>
                    <a:pt x="288" y="11"/>
                    <a:pt x="288" y="25"/>
                  </a:cubicBezTo>
                  <a:cubicBezTo>
                    <a:pt x="288" y="203"/>
                    <a:pt x="288" y="203"/>
                    <a:pt x="288" y="203"/>
                  </a:cubicBezTo>
                  <a:cubicBezTo>
                    <a:pt x="288" y="217"/>
                    <a:pt x="277" y="228"/>
                    <a:pt x="264" y="22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5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" y="210"/>
                    <a:pt x="18" y="216"/>
                    <a:pt x="24" y="216"/>
                  </a:cubicBezTo>
                  <a:cubicBezTo>
                    <a:pt x="264" y="216"/>
                    <a:pt x="264" y="216"/>
                    <a:pt x="264" y="216"/>
                  </a:cubicBezTo>
                  <a:cubicBezTo>
                    <a:pt x="271" y="216"/>
                    <a:pt x="276" y="210"/>
                    <a:pt x="276" y="203"/>
                  </a:cubicBezTo>
                  <a:cubicBezTo>
                    <a:pt x="276" y="25"/>
                    <a:pt x="276" y="25"/>
                    <a:pt x="276" y="25"/>
                  </a:cubicBezTo>
                  <a:cubicBezTo>
                    <a:pt x="276" y="18"/>
                    <a:pt x="271" y="12"/>
                    <a:pt x="264" y="12"/>
                  </a:cubicBezTo>
                  <a:lnTo>
                    <a:pt x="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3" name="Freeform 111">
              <a:extLst>
                <a:ext uri="{FF2B5EF4-FFF2-40B4-BE49-F238E27FC236}">
                  <a16:creationId xmlns:a16="http://schemas.microsoft.com/office/drawing/2014/main" id="{DE302FFB-C0B8-D1B0-E8FC-3B45B588D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7" y="819"/>
              <a:ext cx="266" cy="18"/>
            </a:xfrm>
            <a:custGeom>
              <a:avLst/>
              <a:gdLst>
                <a:gd name="T0" fmla="*/ 174 w 180"/>
                <a:gd name="T1" fmla="*/ 12 h 12"/>
                <a:gd name="T2" fmla="*/ 6 w 180"/>
                <a:gd name="T3" fmla="*/ 12 h 12"/>
                <a:gd name="T4" fmla="*/ 0 w 180"/>
                <a:gd name="T5" fmla="*/ 6 h 12"/>
                <a:gd name="T6" fmla="*/ 6 w 180"/>
                <a:gd name="T7" fmla="*/ 0 h 12"/>
                <a:gd name="T8" fmla="*/ 174 w 180"/>
                <a:gd name="T9" fmla="*/ 0 h 12"/>
                <a:gd name="T10" fmla="*/ 180 w 180"/>
                <a:gd name="T11" fmla="*/ 6 h 12"/>
                <a:gd name="T12" fmla="*/ 174 w 18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2">
                  <a:moveTo>
                    <a:pt x="17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8" y="0"/>
                    <a:pt x="180" y="3"/>
                    <a:pt x="180" y="6"/>
                  </a:cubicBezTo>
                  <a:cubicBezTo>
                    <a:pt x="180" y="9"/>
                    <a:pt x="178" y="12"/>
                    <a:pt x="17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4" name="Freeform 112">
              <a:extLst>
                <a:ext uri="{FF2B5EF4-FFF2-40B4-BE49-F238E27FC236}">
                  <a16:creationId xmlns:a16="http://schemas.microsoft.com/office/drawing/2014/main" id="{F748A742-0F0B-314F-F2DE-4F3DBBD7C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2" y="784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5" name="Oval 113">
              <a:extLst>
                <a:ext uri="{FF2B5EF4-FFF2-40B4-BE49-F238E27FC236}">
                  <a16:creationId xmlns:a16="http://schemas.microsoft.com/office/drawing/2014/main" id="{2C3996C3-27B1-BE81-D196-FAB5B251C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" y="739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6" name="Rectangle 114">
              <a:extLst>
                <a:ext uri="{FF2B5EF4-FFF2-40B4-BE49-F238E27FC236}">
                  <a16:creationId xmlns:a16="http://schemas.microsoft.com/office/drawing/2014/main" id="{B2EFB931-6AB1-2570-738E-42316D1C4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713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7" name="Freeform 115">
              <a:extLst>
                <a:ext uri="{FF2B5EF4-FFF2-40B4-BE49-F238E27FC236}">
                  <a16:creationId xmlns:a16="http://schemas.microsoft.com/office/drawing/2014/main" id="{C154D1F5-43BF-3953-4B58-B7ECA4AD29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1" y="499"/>
              <a:ext cx="196" cy="196"/>
            </a:xfrm>
            <a:custGeom>
              <a:avLst/>
              <a:gdLst>
                <a:gd name="T0" fmla="*/ 66 w 132"/>
                <a:gd name="T1" fmla="*/ 132 h 132"/>
                <a:gd name="T2" fmla="*/ 0 w 132"/>
                <a:gd name="T3" fmla="*/ 66 h 132"/>
                <a:gd name="T4" fmla="*/ 66 w 132"/>
                <a:gd name="T5" fmla="*/ 0 h 132"/>
                <a:gd name="T6" fmla="*/ 132 w 132"/>
                <a:gd name="T7" fmla="*/ 66 h 132"/>
                <a:gd name="T8" fmla="*/ 66 w 132"/>
                <a:gd name="T9" fmla="*/ 132 h 132"/>
                <a:gd name="T10" fmla="*/ 66 w 132"/>
                <a:gd name="T11" fmla="*/ 12 h 132"/>
                <a:gd name="T12" fmla="*/ 12 w 132"/>
                <a:gd name="T13" fmla="*/ 66 h 132"/>
                <a:gd name="T14" fmla="*/ 66 w 132"/>
                <a:gd name="T15" fmla="*/ 120 h 132"/>
                <a:gd name="T16" fmla="*/ 120 w 132"/>
                <a:gd name="T17" fmla="*/ 66 h 132"/>
                <a:gd name="T18" fmla="*/ 66 w 132"/>
                <a:gd name="T1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32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12"/>
                  </a:moveTo>
                  <a:cubicBezTo>
                    <a:pt x="36" y="12"/>
                    <a:pt x="12" y="36"/>
                    <a:pt x="12" y="66"/>
                  </a:cubicBezTo>
                  <a:cubicBezTo>
                    <a:pt x="12" y="96"/>
                    <a:pt x="36" y="120"/>
                    <a:pt x="66" y="120"/>
                  </a:cubicBezTo>
                  <a:cubicBezTo>
                    <a:pt x="96" y="120"/>
                    <a:pt x="120" y="96"/>
                    <a:pt x="120" y="66"/>
                  </a:cubicBezTo>
                  <a:cubicBezTo>
                    <a:pt x="120" y="36"/>
                    <a:pt x="96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8" name="Freeform 116">
              <a:extLst>
                <a:ext uri="{FF2B5EF4-FFF2-40B4-BE49-F238E27FC236}">
                  <a16:creationId xmlns:a16="http://schemas.microsoft.com/office/drawing/2014/main" id="{1D3664AE-EDD7-1F94-09C1-DD9A2D6EF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0" y="516"/>
              <a:ext cx="76" cy="158"/>
            </a:xfrm>
            <a:custGeom>
              <a:avLst/>
              <a:gdLst>
                <a:gd name="T0" fmla="*/ 45 w 51"/>
                <a:gd name="T1" fmla="*/ 107 h 107"/>
                <a:gd name="T2" fmla="*/ 40 w 51"/>
                <a:gd name="T3" fmla="*/ 105 h 107"/>
                <a:gd name="T4" fmla="*/ 2 w 51"/>
                <a:gd name="T5" fmla="*/ 59 h 107"/>
                <a:gd name="T6" fmla="*/ 1 w 51"/>
                <a:gd name="T7" fmla="*/ 52 h 107"/>
                <a:gd name="T8" fmla="*/ 34 w 51"/>
                <a:gd name="T9" fmla="*/ 4 h 107"/>
                <a:gd name="T10" fmla="*/ 42 w 51"/>
                <a:gd name="T11" fmla="*/ 2 h 107"/>
                <a:gd name="T12" fmla="*/ 44 w 51"/>
                <a:gd name="T13" fmla="*/ 10 h 107"/>
                <a:gd name="T14" fmla="*/ 14 w 51"/>
                <a:gd name="T15" fmla="*/ 55 h 107"/>
                <a:gd name="T16" fmla="*/ 49 w 51"/>
                <a:gd name="T17" fmla="*/ 97 h 107"/>
                <a:gd name="T18" fmla="*/ 49 w 51"/>
                <a:gd name="T19" fmla="*/ 106 h 107"/>
                <a:gd name="T20" fmla="*/ 45 w 51"/>
                <a:gd name="T2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107">
                  <a:moveTo>
                    <a:pt x="45" y="107"/>
                  </a:moveTo>
                  <a:cubicBezTo>
                    <a:pt x="43" y="107"/>
                    <a:pt x="41" y="106"/>
                    <a:pt x="40" y="105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0" y="57"/>
                    <a:pt x="0" y="54"/>
                    <a:pt x="1" y="5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1"/>
                    <a:pt x="40" y="0"/>
                    <a:pt x="42" y="2"/>
                  </a:cubicBezTo>
                  <a:cubicBezTo>
                    <a:pt x="45" y="4"/>
                    <a:pt x="46" y="8"/>
                    <a:pt x="44" y="1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1" y="100"/>
                    <a:pt x="51" y="104"/>
                    <a:pt x="49" y="106"/>
                  </a:cubicBezTo>
                  <a:cubicBezTo>
                    <a:pt x="47" y="107"/>
                    <a:pt x="46" y="107"/>
                    <a:pt x="45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59" name="Freeform 117">
              <a:extLst>
                <a:ext uri="{FF2B5EF4-FFF2-40B4-BE49-F238E27FC236}">
                  <a16:creationId xmlns:a16="http://schemas.microsoft.com/office/drawing/2014/main" id="{73720332-BD24-4555-AB50-79A82325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" y="588"/>
              <a:ext cx="107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9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0" name="Rectangle 118">
              <a:extLst>
                <a:ext uri="{FF2B5EF4-FFF2-40B4-BE49-F238E27FC236}">
                  <a16:creationId xmlns:a16="http://schemas.microsoft.com/office/drawing/2014/main" id="{C58659E3-9AF2-8494-C98C-AA24D9088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17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1" name="Rectangle 119">
              <a:extLst>
                <a:ext uri="{FF2B5EF4-FFF2-40B4-BE49-F238E27FC236}">
                  <a16:creationId xmlns:a16="http://schemas.microsoft.com/office/drawing/2014/main" id="{C0106F4F-B7D0-DCF5-884E-6CE5438D9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571"/>
              <a:ext cx="107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2" name="Rectangle 120">
              <a:extLst>
                <a:ext uri="{FF2B5EF4-FFF2-40B4-BE49-F238E27FC236}">
                  <a16:creationId xmlns:a16="http://schemas.microsoft.com/office/drawing/2014/main" id="{9F52B222-5174-E245-FF01-B913F8506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3" y="624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8C594697-CE5D-655E-550C-898219412D77}"/>
              </a:ext>
            </a:extLst>
          </p:cNvPr>
          <p:cNvSpPr txBox="1"/>
          <p:nvPr/>
        </p:nvSpPr>
        <p:spPr>
          <a:xfrm>
            <a:off x="3083930" y="5594936"/>
            <a:ext cx="2329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MONITORING</a:t>
            </a:r>
          </a:p>
        </p:txBody>
      </p:sp>
      <p:grpSp>
        <p:nvGrpSpPr>
          <p:cNvPr id="264" name="Group 156">
            <a:extLst>
              <a:ext uri="{FF2B5EF4-FFF2-40B4-BE49-F238E27FC236}">
                <a16:creationId xmlns:a16="http://schemas.microsoft.com/office/drawing/2014/main" id="{2B83844A-F667-6CEF-B87C-3D66B2157F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5902" y="5908006"/>
            <a:ext cx="346767" cy="439822"/>
            <a:chOff x="1373" y="1718"/>
            <a:chExt cx="427" cy="426"/>
          </a:xfrm>
          <a:solidFill>
            <a:srgbClr val="7030A0"/>
          </a:solidFill>
        </p:grpSpPr>
        <p:sp>
          <p:nvSpPr>
            <p:cNvPr id="265" name="Freeform 157">
              <a:extLst>
                <a:ext uri="{FF2B5EF4-FFF2-40B4-BE49-F238E27FC236}">
                  <a16:creationId xmlns:a16="http://schemas.microsoft.com/office/drawing/2014/main" id="{725B50B2-5171-8BC9-86BE-BC2EF798BC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9" y="1913"/>
              <a:ext cx="231" cy="231"/>
            </a:xfrm>
            <a:custGeom>
              <a:avLst/>
              <a:gdLst>
                <a:gd name="T0" fmla="*/ 78 w 156"/>
                <a:gd name="T1" fmla="*/ 156 h 156"/>
                <a:gd name="T2" fmla="*/ 0 w 156"/>
                <a:gd name="T3" fmla="*/ 78 h 156"/>
                <a:gd name="T4" fmla="*/ 78 w 156"/>
                <a:gd name="T5" fmla="*/ 0 h 156"/>
                <a:gd name="T6" fmla="*/ 156 w 156"/>
                <a:gd name="T7" fmla="*/ 78 h 156"/>
                <a:gd name="T8" fmla="*/ 78 w 156"/>
                <a:gd name="T9" fmla="*/ 156 h 156"/>
                <a:gd name="T10" fmla="*/ 78 w 156"/>
                <a:gd name="T11" fmla="*/ 12 h 156"/>
                <a:gd name="T12" fmla="*/ 12 w 156"/>
                <a:gd name="T13" fmla="*/ 78 h 156"/>
                <a:gd name="T14" fmla="*/ 78 w 156"/>
                <a:gd name="T15" fmla="*/ 144 h 156"/>
                <a:gd name="T16" fmla="*/ 144 w 156"/>
                <a:gd name="T17" fmla="*/ 78 h 156"/>
                <a:gd name="T18" fmla="*/ 78 w 156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1" y="0"/>
                    <a:pt x="156" y="35"/>
                    <a:pt x="156" y="78"/>
                  </a:cubicBezTo>
                  <a:cubicBezTo>
                    <a:pt x="156" y="121"/>
                    <a:pt x="121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1" y="12"/>
                    <a:pt x="12" y="41"/>
                    <a:pt x="12" y="78"/>
                  </a:cubicBezTo>
                  <a:cubicBezTo>
                    <a:pt x="12" y="114"/>
                    <a:pt x="41" y="144"/>
                    <a:pt x="78" y="144"/>
                  </a:cubicBezTo>
                  <a:cubicBezTo>
                    <a:pt x="114" y="144"/>
                    <a:pt x="144" y="114"/>
                    <a:pt x="144" y="78"/>
                  </a:cubicBezTo>
                  <a:cubicBezTo>
                    <a:pt x="144" y="41"/>
                    <a:pt x="114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6" name="Freeform 158">
              <a:extLst>
                <a:ext uri="{FF2B5EF4-FFF2-40B4-BE49-F238E27FC236}">
                  <a16:creationId xmlns:a16="http://schemas.microsoft.com/office/drawing/2014/main" id="{D58689FC-1A04-A503-5903-475B9DBAB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92"/>
              <a:ext cx="127" cy="87"/>
            </a:xfrm>
            <a:custGeom>
              <a:avLst/>
              <a:gdLst>
                <a:gd name="T0" fmla="*/ 37 w 86"/>
                <a:gd name="T1" fmla="*/ 59 h 59"/>
                <a:gd name="T2" fmla="*/ 33 w 86"/>
                <a:gd name="T3" fmla="*/ 57 h 59"/>
                <a:gd name="T4" fmla="*/ 3 w 86"/>
                <a:gd name="T5" fmla="*/ 27 h 59"/>
                <a:gd name="T6" fmla="*/ 3 w 86"/>
                <a:gd name="T7" fmla="*/ 18 h 59"/>
                <a:gd name="T8" fmla="*/ 11 w 86"/>
                <a:gd name="T9" fmla="*/ 18 h 59"/>
                <a:gd name="T10" fmla="*/ 37 w 86"/>
                <a:gd name="T11" fmla="*/ 44 h 59"/>
                <a:gd name="T12" fmla="*/ 74 w 86"/>
                <a:gd name="T13" fmla="*/ 3 h 59"/>
                <a:gd name="T14" fmla="*/ 83 w 86"/>
                <a:gd name="T15" fmla="*/ 2 h 59"/>
                <a:gd name="T16" fmla="*/ 83 w 86"/>
                <a:gd name="T17" fmla="*/ 11 h 59"/>
                <a:gd name="T18" fmla="*/ 41 w 86"/>
                <a:gd name="T19" fmla="*/ 57 h 59"/>
                <a:gd name="T20" fmla="*/ 37 w 86"/>
                <a:gd name="T21" fmla="*/ 59 h 59"/>
                <a:gd name="T22" fmla="*/ 37 w 86"/>
                <a:gd name="T2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59">
                  <a:moveTo>
                    <a:pt x="37" y="59"/>
                  </a:moveTo>
                  <a:cubicBezTo>
                    <a:pt x="35" y="59"/>
                    <a:pt x="34" y="58"/>
                    <a:pt x="33" y="5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25"/>
                    <a:pt x="0" y="21"/>
                    <a:pt x="3" y="18"/>
                  </a:cubicBezTo>
                  <a:cubicBezTo>
                    <a:pt x="5" y="16"/>
                    <a:pt x="9" y="16"/>
                    <a:pt x="11" y="18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7" y="0"/>
                    <a:pt x="80" y="0"/>
                    <a:pt x="83" y="2"/>
                  </a:cubicBezTo>
                  <a:cubicBezTo>
                    <a:pt x="85" y="4"/>
                    <a:pt x="86" y="8"/>
                    <a:pt x="83" y="11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8"/>
                    <a:pt x="39" y="59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7" name="Freeform 159">
              <a:extLst>
                <a:ext uri="{FF2B5EF4-FFF2-40B4-BE49-F238E27FC236}">
                  <a16:creationId xmlns:a16="http://schemas.microsoft.com/office/drawing/2014/main" id="{5316C44A-BBA0-6831-4822-4470D55D2C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3" y="1718"/>
              <a:ext cx="356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3"/>
                    <a:pt x="53" y="0"/>
                    <a:pt x="120" y="0"/>
                  </a:cubicBezTo>
                  <a:cubicBezTo>
                    <a:pt x="187" y="0"/>
                    <a:pt x="240" y="23"/>
                    <a:pt x="240" y="54"/>
                  </a:cubicBezTo>
                  <a:cubicBezTo>
                    <a:pt x="240" y="84"/>
                    <a:pt x="187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6" y="12"/>
                    <a:pt x="12" y="34"/>
                    <a:pt x="12" y="54"/>
                  </a:cubicBezTo>
                  <a:cubicBezTo>
                    <a:pt x="12" y="74"/>
                    <a:pt x="56" y="96"/>
                    <a:pt x="120" y="96"/>
                  </a:cubicBezTo>
                  <a:cubicBezTo>
                    <a:pt x="183" y="96"/>
                    <a:pt x="228" y="74"/>
                    <a:pt x="228" y="54"/>
                  </a:cubicBezTo>
                  <a:cubicBezTo>
                    <a:pt x="228" y="34"/>
                    <a:pt x="18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8" name="Freeform 160">
              <a:extLst>
                <a:ext uri="{FF2B5EF4-FFF2-40B4-BE49-F238E27FC236}">
                  <a16:creationId xmlns:a16="http://schemas.microsoft.com/office/drawing/2014/main" id="{66BF2176-A7F7-5C14-947C-D2CB83AAE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860"/>
              <a:ext cx="187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6"/>
                    <a:pt x="56" y="48"/>
                    <a:pt x="120" y="48"/>
                  </a:cubicBezTo>
                  <a:cubicBezTo>
                    <a:pt x="123" y="48"/>
                    <a:pt x="126" y="50"/>
                    <a:pt x="126" y="54"/>
                  </a:cubicBezTo>
                  <a:cubicBezTo>
                    <a:pt x="126" y="57"/>
                    <a:pt x="123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69" name="Freeform 161">
              <a:extLst>
                <a:ext uri="{FF2B5EF4-FFF2-40B4-BE49-F238E27FC236}">
                  <a16:creationId xmlns:a16="http://schemas.microsoft.com/office/drawing/2014/main" id="{76AD9A45-059D-05D3-8BC1-32F3F0241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940"/>
              <a:ext cx="160" cy="87"/>
            </a:xfrm>
            <a:custGeom>
              <a:avLst/>
              <a:gdLst>
                <a:gd name="T0" fmla="*/ 102 w 108"/>
                <a:gd name="T1" fmla="*/ 59 h 59"/>
                <a:gd name="T2" fmla="*/ 101 w 108"/>
                <a:gd name="T3" fmla="*/ 59 h 59"/>
                <a:gd name="T4" fmla="*/ 0 w 108"/>
                <a:gd name="T5" fmla="*/ 6 h 59"/>
                <a:gd name="T6" fmla="*/ 6 w 108"/>
                <a:gd name="T7" fmla="*/ 0 h 59"/>
                <a:gd name="T8" fmla="*/ 12 w 108"/>
                <a:gd name="T9" fmla="*/ 6 h 59"/>
                <a:gd name="T10" fmla="*/ 102 w 108"/>
                <a:gd name="T11" fmla="*/ 47 h 59"/>
                <a:gd name="T12" fmla="*/ 108 w 108"/>
                <a:gd name="T13" fmla="*/ 53 h 59"/>
                <a:gd name="T14" fmla="*/ 102 w 108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59">
                  <a:moveTo>
                    <a:pt x="102" y="59"/>
                  </a:moveTo>
                  <a:cubicBezTo>
                    <a:pt x="102" y="59"/>
                    <a:pt x="102" y="59"/>
                    <a:pt x="101" y="59"/>
                  </a:cubicBezTo>
                  <a:cubicBezTo>
                    <a:pt x="42" y="55"/>
                    <a:pt x="0" y="33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25"/>
                    <a:pt x="52" y="44"/>
                    <a:pt x="102" y="47"/>
                  </a:cubicBezTo>
                  <a:cubicBezTo>
                    <a:pt x="106" y="47"/>
                    <a:pt x="108" y="50"/>
                    <a:pt x="108" y="53"/>
                  </a:cubicBezTo>
                  <a:cubicBezTo>
                    <a:pt x="108" y="57"/>
                    <a:pt x="105" y="59"/>
                    <a:pt x="10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0" name="Freeform 162">
              <a:extLst>
                <a:ext uri="{FF2B5EF4-FFF2-40B4-BE49-F238E27FC236}">
                  <a16:creationId xmlns:a16="http://schemas.microsoft.com/office/drawing/2014/main" id="{9387B77C-E382-0D8E-27B9-BD17A3432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1789"/>
              <a:ext cx="169" cy="318"/>
            </a:xfrm>
            <a:custGeom>
              <a:avLst/>
              <a:gdLst>
                <a:gd name="T0" fmla="*/ 108 w 114"/>
                <a:gd name="T1" fmla="*/ 215 h 215"/>
                <a:gd name="T2" fmla="*/ 108 w 114"/>
                <a:gd name="T3" fmla="*/ 215 h 215"/>
                <a:gd name="T4" fmla="*/ 0 w 114"/>
                <a:gd name="T5" fmla="*/ 162 h 215"/>
                <a:gd name="T6" fmla="*/ 0 w 114"/>
                <a:gd name="T7" fmla="*/ 6 h 215"/>
                <a:gd name="T8" fmla="*/ 6 w 114"/>
                <a:gd name="T9" fmla="*/ 0 h 215"/>
                <a:gd name="T10" fmla="*/ 12 w 114"/>
                <a:gd name="T11" fmla="*/ 6 h 215"/>
                <a:gd name="T12" fmla="*/ 12 w 114"/>
                <a:gd name="T13" fmla="*/ 162 h 215"/>
                <a:gd name="T14" fmla="*/ 108 w 114"/>
                <a:gd name="T15" fmla="*/ 203 h 215"/>
                <a:gd name="T16" fmla="*/ 114 w 114"/>
                <a:gd name="T17" fmla="*/ 210 h 215"/>
                <a:gd name="T18" fmla="*/ 108 w 114"/>
                <a:gd name="T19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215">
                  <a:moveTo>
                    <a:pt x="108" y="215"/>
                  </a:moveTo>
                  <a:cubicBezTo>
                    <a:pt x="108" y="215"/>
                    <a:pt x="108" y="215"/>
                    <a:pt x="108" y="215"/>
                  </a:cubicBezTo>
                  <a:cubicBezTo>
                    <a:pt x="45" y="213"/>
                    <a:pt x="0" y="190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0"/>
                    <a:pt x="49" y="201"/>
                    <a:pt x="108" y="203"/>
                  </a:cubicBezTo>
                  <a:cubicBezTo>
                    <a:pt x="111" y="204"/>
                    <a:pt x="114" y="206"/>
                    <a:pt x="114" y="210"/>
                  </a:cubicBezTo>
                  <a:cubicBezTo>
                    <a:pt x="114" y="213"/>
                    <a:pt x="111" y="215"/>
                    <a:pt x="108" y="2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  <p:sp>
          <p:nvSpPr>
            <p:cNvPr id="271" name="Freeform 163">
              <a:extLst>
                <a:ext uri="{FF2B5EF4-FFF2-40B4-BE49-F238E27FC236}">
                  <a16:creationId xmlns:a16="http://schemas.microsoft.com/office/drawing/2014/main" id="{266E8ECF-BB89-E098-C925-D3C45C442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789"/>
              <a:ext cx="18" cy="98"/>
            </a:xfrm>
            <a:custGeom>
              <a:avLst/>
              <a:gdLst>
                <a:gd name="T0" fmla="*/ 6 w 12"/>
                <a:gd name="T1" fmla="*/ 66 h 66"/>
                <a:gd name="T2" fmla="*/ 0 w 12"/>
                <a:gd name="T3" fmla="*/ 60 h 66"/>
                <a:gd name="T4" fmla="*/ 0 w 12"/>
                <a:gd name="T5" fmla="*/ 6 h 66"/>
                <a:gd name="T6" fmla="*/ 6 w 12"/>
                <a:gd name="T7" fmla="*/ 0 h 66"/>
                <a:gd name="T8" fmla="*/ 12 w 12"/>
                <a:gd name="T9" fmla="*/ 6 h 66"/>
                <a:gd name="T10" fmla="*/ 12 w 12"/>
                <a:gd name="T11" fmla="*/ 60 h 66"/>
                <a:gd name="T12" fmla="*/ 6 w 12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6">
                  <a:moveTo>
                    <a:pt x="6" y="66"/>
                  </a:moveTo>
                  <a:cubicBezTo>
                    <a:pt x="3" y="66"/>
                    <a:pt x="0" y="63"/>
                    <a:pt x="0" y="6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3"/>
                    <a:pt x="9" y="66"/>
                    <a:pt x="6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endParaRPr>
            </a:p>
          </p:txBody>
        </p:sp>
      </p:grp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0ED84D8D-E742-B49B-FB6B-1D97261E69BF}"/>
              </a:ext>
            </a:extLst>
          </p:cNvPr>
          <p:cNvCxnSpPr>
            <a:cxnSpLocks/>
          </p:cNvCxnSpPr>
          <p:nvPr/>
        </p:nvCxnSpPr>
        <p:spPr>
          <a:xfrm flipV="1">
            <a:off x="3721724" y="6170500"/>
            <a:ext cx="980448" cy="4839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F3FC5225-0FF6-937B-3B8D-C6B9F7E0A355}"/>
              </a:ext>
            </a:extLst>
          </p:cNvPr>
          <p:cNvSpPr txBox="1"/>
          <p:nvPr/>
        </p:nvSpPr>
        <p:spPr>
          <a:xfrm>
            <a:off x="2754341" y="5284303"/>
            <a:ext cx="1601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Comparison Log results</a:t>
            </a: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7A1788B0-C6A4-757F-7809-662084FC20AF}"/>
              </a:ext>
            </a:extLst>
          </p:cNvPr>
          <p:cNvCxnSpPr>
            <a:cxnSpLocks/>
          </p:cNvCxnSpPr>
          <p:nvPr/>
        </p:nvCxnSpPr>
        <p:spPr>
          <a:xfrm>
            <a:off x="4230801" y="4201478"/>
            <a:ext cx="4212" cy="137028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DAA7E041-9AEE-7F58-3FB9-73A1805B3934}"/>
              </a:ext>
            </a:extLst>
          </p:cNvPr>
          <p:cNvSpPr txBox="1"/>
          <p:nvPr/>
        </p:nvSpPr>
        <p:spPr>
          <a:xfrm>
            <a:off x="1398450" y="3487855"/>
            <a:ext cx="16406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Send Response from Master - </a:t>
            </a:r>
            <a:r>
              <a:rPr lang="en-US" sz="1100" i="1">
                <a:solidFill>
                  <a:srgbClr val="7030A0"/>
                </a:solidFill>
                <a:latin typeface="Santander Text"/>
              </a:rPr>
              <a:t>OK/KO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932BB84C-DA8F-3E74-92AB-57F44F2D3A8F}"/>
              </a:ext>
            </a:extLst>
          </p:cNvPr>
          <p:cNvCxnSpPr>
            <a:cxnSpLocks/>
            <a:endCxn id="217" idx="10"/>
          </p:cNvCxnSpPr>
          <p:nvPr/>
        </p:nvCxnSpPr>
        <p:spPr>
          <a:xfrm flipH="1">
            <a:off x="1275096" y="3697391"/>
            <a:ext cx="2530744" cy="887094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Group 311">
            <a:extLst>
              <a:ext uri="{FF2B5EF4-FFF2-40B4-BE49-F238E27FC236}">
                <a16:creationId xmlns:a16="http://schemas.microsoft.com/office/drawing/2014/main" id="{80F13627-16C9-9A05-D427-718343FC08D4}"/>
              </a:ext>
            </a:extLst>
          </p:cNvPr>
          <p:cNvGrpSpPr/>
          <p:nvPr/>
        </p:nvGrpSpPr>
        <p:grpSpPr>
          <a:xfrm>
            <a:off x="3033924" y="5503595"/>
            <a:ext cx="248400" cy="248400"/>
            <a:chOff x="8425963" y="4549340"/>
            <a:chExt cx="496800" cy="496800"/>
          </a:xfrm>
        </p:grpSpPr>
        <p:sp>
          <p:nvSpPr>
            <p:cNvPr id="281" name="Flowchart: Connector 312">
              <a:extLst>
                <a:ext uri="{FF2B5EF4-FFF2-40B4-BE49-F238E27FC236}">
                  <a16:creationId xmlns:a16="http://schemas.microsoft.com/office/drawing/2014/main" id="{54C847AE-2FD0-6759-4764-B61A7EB20F5D}"/>
                </a:ext>
              </a:extLst>
            </p:cNvPr>
            <p:cNvSpPr/>
            <p:nvPr/>
          </p:nvSpPr>
          <p:spPr>
            <a:xfrm>
              <a:off x="8425963" y="4549340"/>
              <a:ext cx="496800" cy="496800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82" name="Picture 4">
              <a:extLst>
                <a:ext uri="{FF2B5EF4-FFF2-40B4-BE49-F238E27FC236}">
                  <a16:creationId xmlns:a16="http://schemas.microsoft.com/office/drawing/2014/main" id="{FB1E3AEA-7050-8F22-853D-1113CE2DAA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9634" y="4647446"/>
              <a:ext cx="320824" cy="3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F9D6F1E8-4965-BDEE-C334-790571BB25D3}"/>
              </a:ext>
            </a:extLst>
          </p:cNvPr>
          <p:cNvSpPr/>
          <p:nvPr/>
        </p:nvSpPr>
        <p:spPr>
          <a:xfrm>
            <a:off x="3835021" y="3068564"/>
            <a:ext cx="913514" cy="1052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Launcher</a:t>
            </a:r>
          </a:p>
        </p:txBody>
      </p:sp>
      <p:grpSp>
        <p:nvGrpSpPr>
          <p:cNvPr id="284" name="Group 296">
            <a:extLst>
              <a:ext uri="{FF2B5EF4-FFF2-40B4-BE49-F238E27FC236}">
                <a16:creationId xmlns:a16="http://schemas.microsoft.com/office/drawing/2014/main" id="{5E408305-8638-B2BC-1DE6-B8A4366DE054}"/>
              </a:ext>
            </a:extLst>
          </p:cNvPr>
          <p:cNvGrpSpPr/>
          <p:nvPr/>
        </p:nvGrpSpPr>
        <p:grpSpPr>
          <a:xfrm>
            <a:off x="4125995" y="3710418"/>
            <a:ext cx="248457" cy="248457"/>
            <a:chOff x="3017663" y="2363091"/>
            <a:chExt cx="496914" cy="496914"/>
          </a:xfrm>
        </p:grpSpPr>
        <p:sp>
          <p:nvSpPr>
            <p:cNvPr id="285" name="Flowchart: Connector 303">
              <a:extLst>
                <a:ext uri="{FF2B5EF4-FFF2-40B4-BE49-F238E27FC236}">
                  <a16:creationId xmlns:a16="http://schemas.microsoft.com/office/drawing/2014/main" id="{8614BFE9-BD7F-2A51-D162-64BAD7C93B33}"/>
                </a:ext>
              </a:extLst>
            </p:cNvPr>
            <p:cNvSpPr/>
            <p:nvPr/>
          </p:nvSpPr>
          <p:spPr>
            <a:xfrm>
              <a:off x="3017663" y="2363091"/>
              <a:ext cx="496914" cy="496914"/>
            </a:xfrm>
            <a:prstGeom prst="flowChartConnecto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86" name="Group 109">
              <a:extLst>
                <a:ext uri="{FF2B5EF4-FFF2-40B4-BE49-F238E27FC236}">
                  <a16:creationId xmlns:a16="http://schemas.microsoft.com/office/drawing/2014/main" id="{2002CCFB-2FD2-A5B5-AF7A-3CF2B2E9B9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07786" y="2449924"/>
              <a:ext cx="316668" cy="315892"/>
              <a:chOff x="2412" y="1730"/>
              <a:chExt cx="408" cy="407"/>
            </a:xfrm>
            <a:solidFill>
              <a:schemeClr val="tx1"/>
            </a:solidFill>
          </p:grpSpPr>
          <p:sp>
            <p:nvSpPr>
              <p:cNvPr id="287" name="Freeform 110">
                <a:extLst>
                  <a:ext uri="{FF2B5EF4-FFF2-40B4-BE49-F238E27FC236}">
                    <a16:creationId xmlns:a16="http://schemas.microsoft.com/office/drawing/2014/main" id="{78F207A2-72CA-9EBF-A050-D7DBD0E53C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01" y="1730"/>
                <a:ext cx="319" cy="320"/>
              </a:xfrm>
              <a:custGeom>
                <a:avLst/>
                <a:gdLst>
                  <a:gd name="T0" fmla="*/ 49 w 216"/>
                  <a:gd name="T1" fmla="*/ 216 h 216"/>
                  <a:gd name="T2" fmla="*/ 49 w 216"/>
                  <a:gd name="T3" fmla="*/ 216 h 216"/>
                  <a:gd name="T4" fmla="*/ 44 w 216"/>
                  <a:gd name="T5" fmla="*/ 214 h 216"/>
                  <a:gd name="T6" fmla="*/ 2 w 216"/>
                  <a:gd name="T7" fmla="*/ 172 h 216"/>
                  <a:gd name="T8" fmla="*/ 2 w 216"/>
                  <a:gd name="T9" fmla="*/ 163 h 216"/>
                  <a:gd name="T10" fmla="*/ 142 w 216"/>
                  <a:gd name="T11" fmla="*/ 23 h 216"/>
                  <a:gd name="T12" fmla="*/ 209 w 216"/>
                  <a:gd name="T13" fmla="*/ 0 h 216"/>
                  <a:gd name="T14" fmla="*/ 214 w 216"/>
                  <a:gd name="T15" fmla="*/ 2 h 216"/>
                  <a:gd name="T16" fmla="*/ 216 w 216"/>
                  <a:gd name="T17" fmla="*/ 7 h 216"/>
                  <a:gd name="T18" fmla="*/ 193 w 216"/>
                  <a:gd name="T19" fmla="*/ 74 h 216"/>
                  <a:gd name="T20" fmla="*/ 53 w 216"/>
                  <a:gd name="T21" fmla="*/ 214 h 216"/>
                  <a:gd name="T22" fmla="*/ 49 w 216"/>
                  <a:gd name="T23" fmla="*/ 216 h 216"/>
                  <a:gd name="T24" fmla="*/ 15 w 216"/>
                  <a:gd name="T25" fmla="*/ 168 h 216"/>
                  <a:gd name="T26" fmla="*/ 49 w 216"/>
                  <a:gd name="T27" fmla="*/ 201 h 216"/>
                  <a:gd name="T28" fmla="*/ 184 w 216"/>
                  <a:gd name="T29" fmla="*/ 66 h 216"/>
                  <a:gd name="T30" fmla="*/ 202 w 216"/>
                  <a:gd name="T31" fmla="*/ 14 h 216"/>
                  <a:gd name="T32" fmla="*/ 151 w 216"/>
                  <a:gd name="T33" fmla="*/ 32 h 216"/>
                  <a:gd name="T34" fmla="*/ 15 w 216"/>
                  <a:gd name="T35" fmla="*/ 16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6" h="216">
                    <a:moveTo>
                      <a:pt x="49" y="216"/>
                    </a:moveTo>
                    <a:cubicBezTo>
                      <a:pt x="49" y="216"/>
                      <a:pt x="49" y="216"/>
                      <a:pt x="49" y="216"/>
                    </a:cubicBezTo>
                    <a:cubicBezTo>
                      <a:pt x="47" y="216"/>
                      <a:pt x="46" y="215"/>
                      <a:pt x="44" y="214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0" y="170"/>
                      <a:pt x="0" y="166"/>
                      <a:pt x="2" y="163"/>
                    </a:cubicBezTo>
                    <a:cubicBezTo>
                      <a:pt x="2" y="163"/>
                      <a:pt x="134" y="32"/>
                      <a:pt x="142" y="23"/>
                    </a:cubicBezTo>
                    <a:cubicBezTo>
                      <a:pt x="156" y="10"/>
                      <a:pt x="204" y="1"/>
                      <a:pt x="209" y="0"/>
                    </a:cubicBezTo>
                    <a:cubicBezTo>
                      <a:pt x="211" y="0"/>
                      <a:pt x="213" y="1"/>
                      <a:pt x="214" y="2"/>
                    </a:cubicBezTo>
                    <a:cubicBezTo>
                      <a:pt x="216" y="3"/>
                      <a:pt x="216" y="5"/>
                      <a:pt x="216" y="7"/>
                    </a:cubicBezTo>
                    <a:cubicBezTo>
                      <a:pt x="215" y="13"/>
                      <a:pt x="207" y="61"/>
                      <a:pt x="193" y="74"/>
                    </a:cubicBezTo>
                    <a:cubicBezTo>
                      <a:pt x="53" y="214"/>
                      <a:pt x="53" y="214"/>
                      <a:pt x="53" y="214"/>
                    </a:cubicBezTo>
                    <a:cubicBezTo>
                      <a:pt x="52" y="215"/>
                      <a:pt x="50" y="216"/>
                      <a:pt x="49" y="216"/>
                    </a:cubicBezTo>
                    <a:close/>
                    <a:moveTo>
                      <a:pt x="15" y="168"/>
                    </a:moveTo>
                    <a:cubicBezTo>
                      <a:pt x="49" y="201"/>
                      <a:pt x="49" y="201"/>
                      <a:pt x="49" y="201"/>
                    </a:cubicBezTo>
                    <a:cubicBezTo>
                      <a:pt x="184" y="66"/>
                      <a:pt x="184" y="66"/>
                      <a:pt x="184" y="66"/>
                    </a:cubicBezTo>
                    <a:cubicBezTo>
                      <a:pt x="192" y="59"/>
                      <a:pt x="199" y="33"/>
                      <a:pt x="202" y="14"/>
                    </a:cubicBezTo>
                    <a:cubicBezTo>
                      <a:pt x="183" y="18"/>
                      <a:pt x="158" y="25"/>
                      <a:pt x="151" y="32"/>
                    </a:cubicBezTo>
                    <a:cubicBezTo>
                      <a:pt x="143" y="39"/>
                      <a:pt x="38" y="145"/>
                      <a:pt x="15" y="1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8" name="Freeform 111">
                <a:extLst>
                  <a:ext uri="{FF2B5EF4-FFF2-40B4-BE49-F238E27FC236}">
                    <a16:creationId xmlns:a16="http://schemas.microsoft.com/office/drawing/2014/main" id="{E2916523-D2AF-4BBA-C5F6-532DB60E8D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6" y="1943"/>
                <a:ext cx="81" cy="82"/>
              </a:xfrm>
              <a:custGeom>
                <a:avLst/>
                <a:gdLst>
                  <a:gd name="T0" fmla="*/ 49 w 55"/>
                  <a:gd name="T1" fmla="*/ 55 h 55"/>
                  <a:gd name="T2" fmla="*/ 44 w 55"/>
                  <a:gd name="T3" fmla="*/ 53 h 55"/>
                  <a:gd name="T4" fmla="*/ 2 w 55"/>
                  <a:gd name="T5" fmla="*/ 11 h 55"/>
                  <a:gd name="T6" fmla="*/ 2 w 55"/>
                  <a:gd name="T7" fmla="*/ 2 h 55"/>
                  <a:gd name="T8" fmla="*/ 11 w 55"/>
                  <a:gd name="T9" fmla="*/ 2 h 55"/>
                  <a:gd name="T10" fmla="*/ 53 w 55"/>
                  <a:gd name="T11" fmla="*/ 45 h 55"/>
                  <a:gd name="T12" fmla="*/ 53 w 55"/>
                  <a:gd name="T13" fmla="*/ 53 h 55"/>
                  <a:gd name="T14" fmla="*/ 49 w 55"/>
                  <a:gd name="T15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55">
                    <a:moveTo>
                      <a:pt x="49" y="55"/>
                    </a:moveTo>
                    <a:cubicBezTo>
                      <a:pt x="47" y="55"/>
                      <a:pt x="46" y="54"/>
                      <a:pt x="44" y="53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55" y="47"/>
                      <a:pt x="55" y="51"/>
                      <a:pt x="53" y="53"/>
                    </a:cubicBezTo>
                    <a:cubicBezTo>
                      <a:pt x="52" y="54"/>
                      <a:pt x="50" y="55"/>
                      <a:pt x="49" y="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9" name="Freeform 112">
                <a:extLst>
                  <a:ext uri="{FF2B5EF4-FFF2-40B4-BE49-F238E27FC236}">
                    <a16:creationId xmlns:a16="http://schemas.microsoft.com/office/drawing/2014/main" id="{63F98548-0334-AEEA-595D-F4D90D200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1937"/>
                <a:ext cx="112" cy="200"/>
              </a:xfrm>
              <a:custGeom>
                <a:avLst/>
                <a:gdLst>
                  <a:gd name="T0" fmla="*/ 7 w 76"/>
                  <a:gd name="T1" fmla="*/ 135 h 135"/>
                  <a:gd name="T2" fmla="*/ 4 w 76"/>
                  <a:gd name="T3" fmla="*/ 135 h 135"/>
                  <a:gd name="T4" fmla="*/ 1 w 76"/>
                  <a:gd name="T5" fmla="*/ 129 h 135"/>
                  <a:gd name="T6" fmla="*/ 9 w 76"/>
                  <a:gd name="T7" fmla="*/ 61 h 135"/>
                  <a:gd name="T8" fmla="*/ 15 w 76"/>
                  <a:gd name="T9" fmla="*/ 56 h 135"/>
                  <a:gd name="T10" fmla="*/ 21 w 76"/>
                  <a:gd name="T11" fmla="*/ 63 h 135"/>
                  <a:gd name="T12" fmla="*/ 15 w 76"/>
                  <a:gd name="T13" fmla="*/ 113 h 135"/>
                  <a:gd name="T14" fmla="*/ 45 w 76"/>
                  <a:gd name="T15" fmla="*/ 83 h 135"/>
                  <a:gd name="T16" fmla="*/ 60 w 76"/>
                  <a:gd name="T17" fmla="*/ 60 h 135"/>
                  <a:gd name="T18" fmla="*/ 64 w 76"/>
                  <a:gd name="T19" fmla="*/ 6 h 135"/>
                  <a:gd name="T20" fmla="*/ 70 w 76"/>
                  <a:gd name="T21" fmla="*/ 0 h 135"/>
                  <a:gd name="T22" fmla="*/ 76 w 76"/>
                  <a:gd name="T23" fmla="*/ 6 h 135"/>
                  <a:gd name="T24" fmla="*/ 72 w 76"/>
                  <a:gd name="T25" fmla="*/ 63 h 135"/>
                  <a:gd name="T26" fmla="*/ 53 w 76"/>
                  <a:gd name="T27" fmla="*/ 91 h 135"/>
                  <a:gd name="T28" fmla="*/ 11 w 76"/>
                  <a:gd name="T29" fmla="*/ 134 h 135"/>
                  <a:gd name="T30" fmla="*/ 7 w 76"/>
                  <a:gd name="T31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135">
                    <a:moveTo>
                      <a:pt x="7" y="135"/>
                    </a:moveTo>
                    <a:cubicBezTo>
                      <a:pt x="6" y="135"/>
                      <a:pt x="5" y="135"/>
                      <a:pt x="4" y="135"/>
                    </a:cubicBezTo>
                    <a:cubicBezTo>
                      <a:pt x="2" y="134"/>
                      <a:pt x="0" y="131"/>
                      <a:pt x="1" y="129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9" y="58"/>
                      <a:pt x="12" y="56"/>
                      <a:pt x="15" y="56"/>
                    </a:cubicBezTo>
                    <a:cubicBezTo>
                      <a:pt x="19" y="57"/>
                      <a:pt x="21" y="60"/>
                      <a:pt x="21" y="63"/>
                    </a:cubicBezTo>
                    <a:cubicBezTo>
                      <a:pt x="15" y="113"/>
                      <a:pt x="15" y="113"/>
                      <a:pt x="15" y="113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0" y="77"/>
                      <a:pt x="58" y="66"/>
                      <a:pt x="60" y="60"/>
                    </a:cubicBezTo>
                    <a:cubicBezTo>
                      <a:pt x="62" y="55"/>
                      <a:pt x="64" y="42"/>
                      <a:pt x="64" y="6"/>
                    </a:cubicBezTo>
                    <a:cubicBezTo>
                      <a:pt x="64" y="3"/>
                      <a:pt x="67" y="0"/>
                      <a:pt x="70" y="0"/>
                    </a:cubicBezTo>
                    <a:cubicBezTo>
                      <a:pt x="74" y="0"/>
                      <a:pt x="76" y="3"/>
                      <a:pt x="76" y="6"/>
                    </a:cubicBezTo>
                    <a:cubicBezTo>
                      <a:pt x="76" y="35"/>
                      <a:pt x="75" y="54"/>
                      <a:pt x="72" y="63"/>
                    </a:cubicBezTo>
                    <a:cubicBezTo>
                      <a:pt x="69" y="73"/>
                      <a:pt x="59" y="86"/>
                      <a:pt x="53" y="91"/>
                    </a:cubicBezTo>
                    <a:cubicBezTo>
                      <a:pt x="11" y="134"/>
                      <a:pt x="11" y="134"/>
                      <a:pt x="11" y="134"/>
                    </a:cubicBezTo>
                    <a:cubicBezTo>
                      <a:pt x="10" y="135"/>
                      <a:pt x="8" y="135"/>
                      <a:pt x="7" y="13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0" name="Freeform 113">
                <a:extLst>
                  <a:ext uri="{FF2B5EF4-FFF2-40B4-BE49-F238E27FC236}">
                    <a16:creationId xmlns:a16="http://schemas.microsoft.com/office/drawing/2014/main" id="{45FB29CB-2E16-3F09-19B6-BE8FEEAB8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1875"/>
                <a:ext cx="201" cy="113"/>
              </a:xfrm>
              <a:custGeom>
                <a:avLst/>
                <a:gdLst>
                  <a:gd name="T0" fmla="*/ 7 w 136"/>
                  <a:gd name="T1" fmla="*/ 76 h 76"/>
                  <a:gd name="T2" fmla="*/ 2 w 136"/>
                  <a:gd name="T3" fmla="*/ 72 h 76"/>
                  <a:gd name="T4" fmla="*/ 3 w 136"/>
                  <a:gd name="T5" fmla="*/ 65 h 76"/>
                  <a:gd name="T6" fmla="*/ 45 w 136"/>
                  <a:gd name="T7" fmla="*/ 23 h 76"/>
                  <a:gd name="T8" fmla="*/ 73 w 136"/>
                  <a:gd name="T9" fmla="*/ 4 h 76"/>
                  <a:gd name="T10" fmla="*/ 128 w 136"/>
                  <a:gd name="T11" fmla="*/ 0 h 76"/>
                  <a:gd name="T12" fmla="*/ 130 w 136"/>
                  <a:gd name="T13" fmla="*/ 0 h 76"/>
                  <a:gd name="T14" fmla="*/ 136 w 136"/>
                  <a:gd name="T15" fmla="*/ 6 h 76"/>
                  <a:gd name="T16" fmla="*/ 130 w 136"/>
                  <a:gd name="T17" fmla="*/ 12 h 76"/>
                  <a:gd name="T18" fmla="*/ 128 w 136"/>
                  <a:gd name="T19" fmla="*/ 12 h 76"/>
                  <a:gd name="T20" fmla="*/ 76 w 136"/>
                  <a:gd name="T21" fmla="*/ 15 h 76"/>
                  <a:gd name="T22" fmla="*/ 54 w 136"/>
                  <a:gd name="T23" fmla="*/ 31 h 76"/>
                  <a:gd name="T24" fmla="*/ 23 w 136"/>
                  <a:gd name="T25" fmla="*/ 61 h 76"/>
                  <a:gd name="T26" fmla="*/ 74 w 136"/>
                  <a:gd name="T27" fmla="*/ 55 h 76"/>
                  <a:gd name="T28" fmla="*/ 81 w 136"/>
                  <a:gd name="T29" fmla="*/ 61 h 76"/>
                  <a:gd name="T30" fmla="*/ 75 w 136"/>
                  <a:gd name="T31" fmla="*/ 67 h 76"/>
                  <a:gd name="T32" fmla="*/ 8 w 136"/>
                  <a:gd name="T33" fmla="*/ 76 h 76"/>
                  <a:gd name="T34" fmla="*/ 7 w 136"/>
                  <a:gd name="T35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6" h="76">
                    <a:moveTo>
                      <a:pt x="7" y="76"/>
                    </a:moveTo>
                    <a:cubicBezTo>
                      <a:pt x="5" y="76"/>
                      <a:pt x="3" y="74"/>
                      <a:pt x="2" y="72"/>
                    </a:cubicBezTo>
                    <a:cubicBezTo>
                      <a:pt x="0" y="70"/>
                      <a:pt x="1" y="67"/>
                      <a:pt x="3" y="65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51" y="17"/>
                      <a:pt x="63" y="7"/>
                      <a:pt x="73" y="4"/>
                    </a:cubicBezTo>
                    <a:cubicBezTo>
                      <a:pt x="84" y="0"/>
                      <a:pt x="110" y="0"/>
                      <a:pt x="128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33" y="0"/>
                      <a:pt x="136" y="3"/>
                      <a:pt x="136" y="6"/>
                    </a:cubicBezTo>
                    <a:cubicBezTo>
                      <a:pt x="136" y="9"/>
                      <a:pt x="133" y="12"/>
                      <a:pt x="130" y="1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01" y="12"/>
                      <a:pt x="84" y="13"/>
                      <a:pt x="76" y="15"/>
                    </a:cubicBezTo>
                    <a:cubicBezTo>
                      <a:pt x="70" y="18"/>
                      <a:pt x="60" y="25"/>
                      <a:pt x="54" y="3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74" y="55"/>
                      <a:pt x="74" y="55"/>
                      <a:pt x="74" y="55"/>
                    </a:cubicBezTo>
                    <a:cubicBezTo>
                      <a:pt x="77" y="55"/>
                      <a:pt x="80" y="57"/>
                      <a:pt x="81" y="61"/>
                    </a:cubicBezTo>
                    <a:cubicBezTo>
                      <a:pt x="81" y="64"/>
                      <a:pt x="79" y="67"/>
                      <a:pt x="75" y="6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7" y="76"/>
                      <a:pt x="7" y="76"/>
                      <a:pt x="7" y="7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91" name="Freeform 114">
                <a:extLst>
                  <a:ext uri="{FF2B5EF4-FFF2-40B4-BE49-F238E27FC236}">
                    <a16:creationId xmlns:a16="http://schemas.microsoft.com/office/drawing/2014/main" id="{7435BC52-0DF0-680D-CE9B-1019ED6E2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0" y="1995"/>
                <a:ext cx="131" cy="136"/>
              </a:xfrm>
              <a:custGeom>
                <a:avLst/>
                <a:gdLst>
                  <a:gd name="T0" fmla="*/ 6 w 89"/>
                  <a:gd name="T1" fmla="*/ 92 h 92"/>
                  <a:gd name="T2" fmla="*/ 2 w 89"/>
                  <a:gd name="T3" fmla="*/ 91 h 92"/>
                  <a:gd name="T4" fmla="*/ 0 w 89"/>
                  <a:gd name="T5" fmla="*/ 85 h 92"/>
                  <a:gd name="T6" fmla="*/ 27 w 89"/>
                  <a:gd name="T7" fmla="*/ 14 h 92"/>
                  <a:gd name="T8" fmla="*/ 66 w 89"/>
                  <a:gd name="T9" fmla="*/ 10 h 92"/>
                  <a:gd name="T10" fmla="*/ 66 w 89"/>
                  <a:gd name="T11" fmla="*/ 18 h 92"/>
                  <a:gd name="T12" fmla="*/ 57 w 89"/>
                  <a:gd name="T13" fmla="*/ 18 h 92"/>
                  <a:gd name="T14" fmla="*/ 36 w 89"/>
                  <a:gd name="T15" fmla="*/ 22 h 92"/>
                  <a:gd name="T16" fmla="*/ 15 w 89"/>
                  <a:gd name="T17" fmla="*/ 78 h 92"/>
                  <a:gd name="T18" fmla="*/ 70 w 89"/>
                  <a:gd name="T19" fmla="*/ 56 h 92"/>
                  <a:gd name="T20" fmla="*/ 77 w 89"/>
                  <a:gd name="T21" fmla="*/ 42 h 92"/>
                  <a:gd name="T22" fmla="*/ 74 w 89"/>
                  <a:gd name="T23" fmla="*/ 35 h 92"/>
                  <a:gd name="T24" fmla="*/ 74 w 89"/>
                  <a:gd name="T25" fmla="*/ 27 h 92"/>
                  <a:gd name="T26" fmla="*/ 83 w 89"/>
                  <a:gd name="T27" fmla="*/ 27 h 92"/>
                  <a:gd name="T28" fmla="*/ 89 w 89"/>
                  <a:gd name="T29" fmla="*/ 42 h 92"/>
                  <a:gd name="T30" fmla="*/ 78 w 89"/>
                  <a:gd name="T31" fmla="*/ 65 h 92"/>
                  <a:gd name="T32" fmla="*/ 8 w 89"/>
                  <a:gd name="T33" fmla="*/ 92 h 92"/>
                  <a:gd name="T34" fmla="*/ 6 w 89"/>
                  <a:gd name="T35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9" h="92">
                    <a:moveTo>
                      <a:pt x="6" y="92"/>
                    </a:moveTo>
                    <a:cubicBezTo>
                      <a:pt x="5" y="92"/>
                      <a:pt x="3" y="92"/>
                      <a:pt x="2" y="91"/>
                    </a:cubicBezTo>
                    <a:cubicBezTo>
                      <a:pt x="0" y="89"/>
                      <a:pt x="0" y="87"/>
                      <a:pt x="0" y="85"/>
                    </a:cubicBezTo>
                    <a:cubicBezTo>
                      <a:pt x="2" y="79"/>
                      <a:pt x="15" y="27"/>
                      <a:pt x="27" y="14"/>
                    </a:cubicBezTo>
                    <a:cubicBezTo>
                      <a:pt x="40" y="1"/>
                      <a:pt x="55" y="0"/>
                      <a:pt x="66" y="10"/>
                    </a:cubicBezTo>
                    <a:cubicBezTo>
                      <a:pt x="68" y="12"/>
                      <a:pt x="68" y="16"/>
                      <a:pt x="66" y="18"/>
                    </a:cubicBezTo>
                    <a:cubicBezTo>
                      <a:pt x="63" y="21"/>
                      <a:pt x="59" y="21"/>
                      <a:pt x="57" y="18"/>
                    </a:cubicBezTo>
                    <a:cubicBezTo>
                      <a:pt x="49" y="10"/>
                      <a:pt x="38" y="20"/>
                      <a:pt x="36" y="22"/>
                    </a:cubicBezTo>
                    <a:cubicBezTo>
                      <a:pt x="29" y="29"/>
                      <a:pt x="20" y="57"/>
                      <a:pt x="15" y="78"/>
                    </a:cubicBezTo>
                    <a:cubicBezTo>
                      <a:pt x="36" y="72"/>
                      <a:pt x="63" y="63"/>
                      <a:pt x="70" y="56"/>
                    </a:cubicBezTo>
                    <a:cubicBezTo>
                      <a:pt x="74" y="52"/>
                      <a:pt x="77" y="47"/>
                      <a:pt x="77" y="42"/>
                    </a:cubicBezTo>
                    <a:cubicBezTo>
                      <a:pt x="77" y="40"/>
                      <a:pt x="76" y="37"/>
                      <a:pt x="74" y="35"/>
                    </a:cubicBezTo>
                    <a:cubicBezTo>
                      <a:pt x="72" y="33"/>
                      <a:pt x="72" y="29"/>
                      <a:pt x="74" y="27"/>
                    </a:cubicBezTo>
                    <a:cubicBezTo>
                      <a:pt x="76" y="24"/>
                      <a:pt x="80" y="24"/>
                      <a:pt x="83" y="27"/>
                    </a:cubicBezTo>
                    <a:cubicBezTo>
                      <a:pt x="87" y="31"/>
                      <a:pt x="89" y="36"/>
                      <a:pt x="89" y="42"/>
                    </a:cubicBezTo>
                    <a:cubicBezTo>
                      <a:pt x="89" y="50"/>
                      <a:pt x="85" y="58"/>
                      <a:pt x="78" y="65"/>
                    </a:cubicBezTo>
                    <a:cubicBezTo>
                      <a:pt x="66" y="77"/>
                      <a:pt x="14" y="91"/>
                      <a:pt x="8" y="92"/>
                    </a:cubicBezTo>
                    <a:cubicBezTo>
                      <a:pt x="7" y="92"/>
                      <a:pt x="7" y="92"/>
                      <a:pt x="6" y="9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  <p:sp>
        <p:nvSpPr>
          <p:cNvPr id="307" name="TextBox 306">
            <a:extLst>
              <a:ext uri="{FF2B5EF4-FFF2-40B4-BE49-F238E27FC236}">
                <a16:creationId xmlns:a16="http://schemas.microsoft.com/office/drawing/2014/main" id="{40B438FC-4B96-5138-AAE0-8CD80CF01DD7}"/>
              </a:ext>
            </a:extLst>
          </p:cNvPr>
          <p:cNvSpPr txBox="1"/>
          <p:nvPr/>
        </p:nvSpPr>
        <p:spPr>
          <a:xfrm>
            <a:off x="7270789" y="2829571"/>
            <a:ext cx="14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prstClr val="black"/>
                </a:solidFill>
                <a:latin typeface="santander Headline"/>
              </a:rPr>
              <a:t>DWP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823DA7C1-C0E0-A933-C309-7E14A2083B2F}"/>
              </a:ext>
            </a:extLst>
          </p:cNvPr>
          <p:cNvSpPr txBox="1"/>
          <p:nvPr/>
        </p:nvSpPr>
        <p:spPr>
          <a:xfrm>
            <a:off x="319964" y="3893701"/>
            <a:ext cx="1283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Gravity</a:t>
            </a:r>
          </a:p>
        </p:txBody>
      </p:sp>
      <p:cxnSp>
        <p:nvCxnSpPr>
          <p:cNvPr id="137" name="Straight Arrow Connector 194">
            <a:extLst>
              <a:ext uri="{FF2B5EF4-FFF2-40B4-BE49-F238E27FC236}">
                <a16:creationId xmlns:a16="http://schemas.microsoft.com/office/drawing/2014/main" id="{1AF08DCF-AFC8-E504-2EC0-D6A5B3D49791}"/>
              </a:ext>
            </a:extLst>
          </p:cNvPr>
          <p:cNvCxnSpPr>
            <a:cxnSpLocks/>
          </p:cNvCxnSpPr>
          <p:nvPr/>
        </p:nvCxnSpPr>
        <p:spPr>
          <a:xfrm flipV="1">
            <a:off x="4790437" y="3693694"/>
            <a:ext cx="2843816" cy="181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93">
            <a:extLst>
              <a:ext uri="{FF2B5EF4-FFF2-40B4-BE49-F238E27FC236}">
                <a16:creationId xmlns:a16="http://schemas.microsoft.com/office/drawing/2014/main" id="{61D3F749-66CD-3A0F-8959-CA3595E80893}"/>
              </a:ext>
            </a:extLst>
          </p:cNvPr>
          <p:cNvCxnSpPr>
            <a:cxnSpLocks/>
          </p:cNvCxnSpPr>
          <p:nvPr/>
        </p:nvCxnSpPr>
        <p:spPr>
          <a:xfrm>
            <a:off x="1303178" y="2940630"/>
            <a:ext cx="2442905" cy="63277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93">
            <a:extLst>
              <a:ext uri="{FF2B5EF4-FFF2-40B4-BE49-F238E27FC236}">
                <a16:creationId xmlns:a16="http://schemas.microsoft.com/office/drawing/2014/main" id="{554CDFCC-8F95-916E-2A15-EAFD091E5DCF}"/>
              </a:ext>
            </a:extLst>
          </p:cNvPr>
          <p:cNvCxnSpPr>
            <a:cxnSpLocks/>
          </p:cNvCxnSpPr>
          <p:nvPr/>
        </p:nvCxnSpPr>
        <p:spPr>
          <a:xfrm flipV="1">
            <a:off x="1358550" y="3845615"/>
            <a:ext cx="2457435" cy="88002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67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EC21B-8293-B156-3A07-9B67DCF2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CCB9D5ED-EA96-E551-34A2-C472A34FD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1" y="1114060"/>
            <a:ext cx="6708852" cy="5659656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92" name="Graphic 70" descr="Network">
            <a:extLst>
              <a:ext uri="{FF2B5EF4-FFF2-40B4-BE49-F238E27FC236}">
                <a16:creationId xmlns:a16="http://schemas.microsoft.com/office/drawing/2014/main" id="{DBF24FFF-407B-9F6D-612C-7AA63DCADD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7274" y="159748"/>
            <a:ext cx="563879" cy="563879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:a16="http://schemas.microsoft.com/office/drawing/2014/main" id="{E4977561-33B6-937E-532D-BC4096E1E06C}"/>
              </a:ext>
            </a:extLst>
          </p:cNvPr>
          <p:cNvGrpSpPr/>
          <p:nvPr/>
        </p:nvGrpSpPr>
        <p:grpSpPr>
          <a:xfrm>
            <a:off x="27880" y="1825508"/>
            <a:ext cx="2735873" cy="2008488"/>
            <a:chOff x="10064850" y="1874640"/>
            <a:chExt cx="2735873" cy="2008488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1B3D1A53-73C6-1A22-43FE-2BE848BB6AD2}"/>
                </a:ext>
              </a:extLst>
            </p:cNvPr>
            <p:cNvGrpSpPr/>
            <p:nvPr/>
          </p:nvGrpSpPr>
          <p:grpSpPr>
            <a:xfrm>
              <a:off x="10064850" y="1878481"/>
              <a:ext cx="1761473" cy="1731982"/>
              <a:chOff x="9115727" y="2318530"/>
              <a:chExt cx="1761473" cy="1731982"/>
            </a:xfrm>
          </p:grpSpPr>
          <p:pic>
            <p:nvPicPr>
              <p:cNvPr id="100" name="Picture 6">
                <a:extLst>
                  <a:ext uri="{FF2B5EF4-FFF2-40B4-BE49-F238E27FC236}">
                    <a16:creationId xmlns:a16="http://schemas.microsoft.com/office/drawing/2014/main" id="{2ECF1E3C-1C6C-5370-04B6-642703C8F6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9815" y="2573675"/>
                <a:ext cx="1707385" cy="1476837"/>
              </a:xfrm>
              <a:prstGeom prst="rect">
                <a:avLst/>
              </a:prstGeom>
            </p:spPr>
          </p:pic>
          <p:pic>
            <p:nvPicPr>
              <p:cNvPr id="102" name="Picture 6" descr="Image result for microfocus enterprise server logo">
                <a:extLst>
                  <a:ext uri="{FF2B5EF4-FFF2-40B4-BE49-F238E27FC236}">
                    <a16:creationId xmlns:a16="http://schemas.microsoft.com/office/drawing/2014/main" id="{1EDBC53A-B54D-FBB7-9092-B7DF01BA47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727" y="2318530"/>
                <a:ext cx="580114" cy="21222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6" name="Rectángulo redondeado 48">
              <a:extLst>
                <a:ext uri="{FF2B5EF4-FFF2-40B4-BE49-F238E27FC236}">
                  <a16:creationId xmlns:a16="http://schemas.microsoft.com/office/drawing/2014/main" id="{802FD032-2731-E1BA-1367-24F1680FEBEF}"/>
                </a:ext>
              </a:extLst>
            </p:cNvPr>
            <p:cNvSpPr/>
            <p:nvPr/>
          </p:nvSpPr>
          <p:spPr>
            <a:xfrm>
              <a:off x="11841303" y="1874640"/>
              <a:ext cx="959420" cy="2008488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  <a:ea typeface="+mn-lt"/>
                  <a:cs typeface="+mn-lt"/>
                </a:rPr>
                <a:t>MQGRSCGIB</a:t>
              </a:r>
              <a:endParaRPr lang="es-ES">
                <a:solidFill>
                  <a:schemeClr val="tx1"/>
                </a:solidFill>
              </a:endParaRP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1418</a:t>
              </a: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  <a:p>
              <a:pPr algn="ctr"/>
              <a:endParaRPr lang="es-ES" sz="800">
                <a:solidFill>
                  <a:schemeClr val="tx1"/>
                </a:solidFill>
              </a:endParaRPr>
            </a:p>
          </p:txBody>
        </p:sp>
        <p:pic>
          <p:nvPicPr>
            <p:cNvPr id="97" name="Picture 11" descr="MQ Logo - LogoDix">
              <a:extLst>
                <a:ext uri="{FF2B5EF4-FFF2-40B4-BE49-F238E27FC236}">
                  <a16:creationId xmlns:a16="http://schemas.microsoft.com/office/drawing/2014/main" id="{2078BA50-B04C-06F2-F0F9-924B58BA2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0521" y="1894397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33948071-4E7C-7B86-35A9-9103244DA03E}"/>
              </a:ext>
            </a:extLst>
          </p:cNvPr>
          <p:cNvGrpSpPr/>
          <p:nvPr/>
        </p:nvGrpSpPr>
        <p:grpSpPr>
          <a:xfrm>
            <a:off x="33494" y="4255596"/>
            <a:ext cx="2679325" cy="2140793"/>
            <a:chOff x="9872716" y="3834421"/>
            <a:chExt cx="2679325" cy="2140793"/>
          </a:xfrm>
        </p:grpSpPr>
        <p:pic>
          <p:nvPicPr>
            <p:cNvPr id="108" name="Picture 6" descr="IBM z13 (IBM 2964) Technical Specs | Top Gun Technology">
              <a:extLst>
                <a:ext uri="{FF2B5EF4-FFF2-40B4-BE49-F238E27FC236}">
                  <a16:creationId xmlns:a16="http://schemas.microsoft.com/office/drawing/2014/main" id="{F678AD41-C5CC-8102-0A68-BD52A32CAA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716" y="3900146"/>
              <a:ext cx="2075068" cy="2075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6" name="Rectángulo redondeado 49">
              <a:extLst>
                <a:ext uri="{FF2B5EF4-FFF2-40B4-BE49-F238E27FC236}">
                  <a16:creationId xmlns:a16="http://schemas.microsoft.com/office/drawing/2014/main" id="{E9BF0AC9-6489-8EDD-276E-B9D23BDA4A04}"/>
                </a:ext>
              </a:extLst>
            </p:cNvPr>
            <p:cNvSpPr/>
            <p:nvPr/>
          </p:nvSpPr>
          <p:spPr>
            <a:xfrm>
              <a:off x="11597078" y="3951904"/>
              <a:ext cx="954963" cy="1934397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>
                  <a:solidFill>
                    <a:schemeClr val="tx1"/>
                  </a:solidFill>
                </a:rPr>
                <a:t>MQ Manager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MQOA</a:t>
              </a:r>
            </a:p>
            <a:p>
              <a:pPr algn="ctr"/>
              <a:r>
                <a:rPr lang="es-ES" sz="800">
                  <a:solidFill>
                    <a:schemeClr val="tx1"/>
                  </a:solidFill>
                </a:rPr>
                <a:t>1415</a:t>
              </a:r>
            </a:p>
          </p:txBody>
        </p:sp>
        <p:pic>
          <p:nvPicPr>
            <p:cNvPr id="167" name="Picture 11" descr="MQ Logo - LogoDix">
              <a:extLst>
                <a:ext uri="{FF2B5EF4-FFF2-40B4-BE49-F238E27FC236}">
                  <a16:creationId xmlns:a16="http://schemas.microsoft.com/office/drawing/2014/main" id="{443EA61D-940B-B4B1-508D-61FFA739A1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7202" y="3988256"/>
              <a:ext cx="656794" cy="21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33B0853D-1147-F6F6-D83E-8C8D9C073A39}"/>
                </a:ext>
              </a:extLst>
            </p:cNvPr>
            <p:cNvGrpSpPr/>
            <p:nvPr/>
          </p:nvGrpSpPr>
          <p:grpSpPr>
            <a:xfrm>
              <a:off x="10126031" y="3834421"/>
              <a:ext cx="1679560" cy="351309"/>
              <a:chOff x="10126031" y="3834421"/>
              <a:chExt cx="1679560" cy="351309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3E18EB79-82B9-70EB-D58D-2D724106C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26031" y="3834421"/>
                <a:ext cx="466022" cy="351309"/>
              </a:xfrm>
              <a:prstGeom prst="rect">
                <a:avLst/>
              </a:prstGeom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3D7A6066-AB5D-826C-4DEE-E809DCA79C14}"/>
                  </a:ext>
                </a:extLst>
              </p:cNvPr>
              <p:cNvSpPr txBox="1"/>
              <p:nvPr/>
            </p:nvSpPr>
            <p:spPr>
              <a:xfrm>
                <a:off x="10603788" y="3834766"/>
                <a:ext cx="1201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/>
                  <a:t>Mainframe</a:t>
                </a:r>
              </a:p>
            </p:txBody>
          </p:sp>
        </p:grpSp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B1D64A72-9A54-590A-3484-0A6B1435D2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3801" y="5312473"/>
            <a:ext cx="1270684" cy="1395484"/>
          </a:xfrm>
          <a:prstGeom prst="rect">
            <a:avLst/>
          </a:prstGeom>
        </p:spPr>
      </p:pic>
      <p:sp>
        <p:nvSpPr>
          <p:cNvPr id="174" name="CuadroTexto 173">
            <a:extLst>
              <a:ext uri="{FF2B5EF4-FFF2-40B4-BE49-F238E27FC236}">
                <a16:creationId xmlns:a16="http://schemas.microsoft.com/office/drawing/2014/main" id="{FD8F3F26-8B88-FDCD-E402-2B3EA1D81D87}"/>
              </a:ext>
            </a:extLst>
          </p:cNvPr>
          <p:cNvSpPr txBox="1"/>
          <p:nvPr/>
        </p:nvSpPr>
        <p:spPr>
          <a:xfrm>
            <a:off x="8236225" y="5451535"/>
            <a:ext cx="88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ELK</a:t>
            </a: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7260CF75-C4D1-B9A3-7AD5-1EA4C4EDFC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025" y="5367183"/>
            <a:ext cx="1270684" cy="1395484"/>
          </a:xfrm>
          <a:prstGeom prst="rect">
            <a:avLst/>
          </a:prstGeom>
        </p:spPr>
      </p:pic>
      <p:sp>
        <p:nvSpPr>
          <p:cNvPr id="176" name="CuadroTexto 175">
            <a:extLst>
              <a:ext uri="{FF2B5EF4-FFF2-40B4-BE49-F238E27FC236}">
                <a16:creationId xmlns:a16="http://schemas.microsoft.com/office/drawing/2014/main" id="{0539B7C3-DFA5-8CCE-23E6-8E212ADB9B18}"/>
              </a:ext>
            </a:extLst>
          </p:cNvPr>
          <p:cNvSpPr txBox="1"/>
          <p:nvPr/>
        </p:nvSpPr>
        <p:spPr>
          <a:xfrm>
            <a:off x="4147351" y="5451127"/>
            <a:ext cx="73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>
                <a:latin typeface="Calibri" panose="020F0502020204030204" pitchFamily="34" charset="0"/>
                <a:cs typeface="Calibri" panose="020F0502020204030204" pitchFamily="34" charset="0"/>
              </a:rPr>
              <a:t>KAFKA</a:t>
            </a:r>
          </a:p>
        </p:txBody>
      </p:sp>
      <p:sp>
        <p:nvSpPr>
          <p:cNvPr id="177" name="Flecha derecha 51">
            <a:extLst>
              <a:ext uri="{FF2B5EF4-FFF2-40B4-BE49-F238E27FC236}">
                <a16:creationId xmlns:a16="http://schemas.microsoft.com/office/drawing/2014/main" id="{33816A5C-2E3E-E4BD-1608-A859D26EBBA7}"/>
              </a:ext>
            </a:extLst>
          </p:cNvPr>
          <p:cNvSpPr/>
          <p:nvPr/>
        </p:nvSpPr>
        <p:spPr>
          <a:xfrm rot="10800000">
            <a:off x="5920954" y="5945724"/>
            <a:ext cx="1319226" cy="10687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8" name="Flecha derecha 52">
            <a:extLst>
              <a:ext uri="{FF2B5EF4-FFF2-40B4-BE49-F238E27FC236}">
                <a16:creationId xmlns:a16="http://schemas.microsoft.com/office/drawing/2014/main" id="{06D81726-D205-A50F-27ED-5D41925ECE5A}"/>
              </a:ext>
            </a:extLst>
          </p:cNvPr>
          <p:cNvSpPr/>
          <p:nvPr/>
        </p:nvSpPr>
        <p:spPr>
          <a:xfrm>
            <a:off x="5943569" y="6106334"/>
            <a:ext cx="1319226" cy="969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7C62CEAF-6E5D-5A61-86E5-2C50EB5E72F7}"/>
              </a:ext>
            </a:extLst>
          </p:cNvPr>
          <p:cNvSpPr txBox="1"/>
          <p:nvPr/>
        </p:nvSpPr>
        <p:spPr>
          <a:xfrm>
            <a:off x="-121050" y="879837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 CERT </a:t>
            </a:r>
            <a:r>
              <a:rPr lang="es-ES" sz="1400" b="1" u="sng" err="1"/>
              <a:t>Microfocus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Flecha derecha 35">
            <a:extLst>
              <a:ext uri="{FF2B5EF4-FFF2-40B4-BE49-F238E27FC236}">
                <a16:creationId xmlns:a16="http://schemas.microsoft.com/office/drawing/2014/main" id="{9A551C5A-B902-FFC7-573D-50CB70942E32}"/>
              </a:ext>
            </a:extLst>
          </p:cNvPr>
          <p:cNvSpPr/>
          <p:nvPr/>
        </p:nvSpPr>
        <p:spPr>
          <a:xfrm rot="5400000">
            <a:off x="5107318" y="4849224"/>
            <a:ext cx="774392" cy="1298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34DE841C-9729-4297-38D4-40360AB8DA0A}"/>
              </a:ext>
            </a:extLst>
          </p:cNvPr>
          <p:cNvSpPr/>
          <p:nvPr/>
        </p:nvSpPr>
        <p:spPr>
          <a:xfrm>
            <a:off x="0" y="702511"/>
            <a:ext cx="12192000" cy="70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828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37EBADCD-B657-E86A-65BC-403550B4E10B}"/>
              </a:ext>
            </a:extLst>
          </p:cNvPr>
          <p:cNvSpPr/>
          <p:nvPr/>
        </p:nvSpPr>
        <p:spPr>
          <a:xfrm>
            <a:off x="740758" y="405900"/>
            <a:ext cx="1330262" cy="12886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A8D2BA23-4816-8C47-EA4D-5101A6389D75}"/>
              </a:ext>
            </a:extLst>
          </p:cNvPr>
          <p:cNvSpPr/>
          <p:nvPr/>
        </p:nvSpPr>
        <p:spPr>
          <a:xfrm>
            <a:off x="1359765" y="742794"/>
            <a:ext cx="10285931" cy="486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tIns="45720" rIns="684000" bIns="45720" rtlCol="0" anchor="ctr"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latin typeface="Santander Headline"/>
              </a:rPr>
              <a:t>MAM orders delivery  ( </a:t>
            </a:r>
            <a:r>
              <a:rPr lang="en-US" b="1" dirty="0" err="1">
                <a:solidFill>
                  <a:srgbClr val="C00000"/>
                </a:solidFill>
                <a:latin typeface="Santander Headline"/>
              </a:rPr>
              <a:t>compra</a:t>
            </a:r>
            <a:r>
              <a:rPr lang="en-US" b="1" dirty="0">
                <a:solidFill>
                  <a:srgbClr val="C00000"/>
                </a:solidFill>
                <a:latin typeface="Santander Headline"/>
              </a:rPr>
              <a:t> y </a:t>
            </a:r>
            <a:r>
              <a:rPr lang="en-US" b="1" dirty="0" err="1">
                <a:solidFill>
                  <a:srgbClr val="C00000"/>
                </a:solidFill>
                <a:latin typeface="Santander Headline"/>
              </a:rPr>
              <a:t>venta</a:t>
            </a:r>
            <a:r>
              <a:rPr lang="en-US" b="1" dirty="0">
                <a:solidFill>
                  <a:srgbClr val="C00000"/>
                </a:solidFill>
                <a:latin typeface="Santander Headline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Santander Headline"/>
              </a:rPr>
              <a:t>acciones</a:t>
            </a:r>
            <a:r>
              <a:rPr lang="en-US" b="1" dirty="0">
                <a:solidFill>
                  <a:srgbClr val="C00000"/>
                </a:solidFill>
                <a:latin typeface="Santander Headline"/>
              </a:rPr>
              <a:t> ) – </a:t>
            </a:r>
            <a:r>
              <a:rPr lang="en-US" b="1" dirty="0" err="1">
                <a:solidFill>
                  <a:srgbClr val="C00000"/>
                </a:solidFill>
                <a:latin typeface="Santander Headline"/>
              </a:rPr>
              <a:t>Diagrama</a:t>
            </a:r>
            <a:r>
              <a:rPr lang="en-US" b="1" dirty="0">
                <a:solidFill>
                  <a:srgbClr val="C00000"/>
                </a:solidFill>
                <a:latin typeface="Santander Headline"/>
              </a:rPr>
              <a:t> de </a:t>
            </a:r>
            <a:r>
              <a:rPr lang="en-US" b="1" dirty="0" err="1">
                <a:solidFill>
                  <a:srgbClr val="C00000"/>
                </a:solidFill>
                <a:latin typeface="Santander Headline"/>
              </a:rPr>
              <a:t>Integración</a:t>
            </a:r>
            <a:endParaRPr lang="en-US" b="1" dirty="0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F39727B5-EBE6-4B0F-85C7-180CDA42FB6F}"/>
              </a:ext>
            </a:extLst>
          </p:cNvPr>
          <p:cNvSpPr/>
          <p:nvPr/>
        </p:nvSpPr>
        <p:spPr>
          <a:xfrm>
            <a:off x="750892" y="1213350"/>
            <a:ext cx="13470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Dual Run</a:t>
            </a:r>
          </a:p>
        </p:txBody>
      </p:sp>
      <p:pic>
        <p:nvPicPr>
          <p:cNvPr id="217" name="Gráfico 216">
            <a:extLst>
              <a:ext uri="{FF2B5EF4-FFF2-40B4-BE49-F238E27FC236}">
                <a16:creationId xmlns:a16="http://schemas.microsoft.com/office/drawing/2014/main" id="{676E0445-6F04-F23C-05B8-F24FA40ECF2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4150" y="788544"/>
            <a:ext cx="432000" cy="432000"/>
          </a:xfrm>
          <a:prstGeom prst="rect">
            <a:avLst/>
          </a:prstGeom>
        </p:spPr>
      </p:pic>
      <p:sp>
        <p:nvSpPr>
          <p:cNvPr id="218" name="Marcador de texto 3">
            <a:extLst>
              <a:ext uri="{FF2B5EF4-FFF2-40B4-BE49-F238E27FC236}">
                <a16:creationId xmlns:a16="http://schemas.microsoft.com/office/drawing/2014/main" id="{534C0ECE-FAB6-9776-117A-767C6C34054C}"/>
              </a:ext>
            </a:extLst>
          </p:cNvPr>
          <p:cNvSpPr txBox="1">
            <a:spLocks/>
          </p:cNvSpPr>
          <p:nvPr/>
        </p:nvSpPr>
        <p:spPr>
          <a:xfrm>
            <a:off x="827088" y="295200"/>
            <a:ext cx="6807426" cy="622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Gravity | Dual Run Launchers</a:t>
            </a:r>
          </a:p>
        </p:txBody>
      </p:sp>
      <p:pic>
        <p:nvPicPr>
          <p:cNvPr id="62" name="Imagen 61" descr="Icono&#10;&#10;Descripción generada automáticamente">
            <a:extLst>
              <a:ext uri="{FF2B5EF4-FFF2-40B4-BE49-F238E27FC236}">
                <a16:creationId xmlns:a16="http://schemas.microsoft.com/office/drawing/2014/main" id="{39EB1EE4-B91A-3837-67D8-48AC01B3150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580" y="1387465"/>
            <a:ext cx="466713" cy="438377"/>
          </a:xfrm>
          <a:prstGeom prst="rect">
            <a:avLst/>
          </a:prstGeom>
        </p:spPr>
      </p:pic>
      <p:pic>
        <p:nvPicPr>
          <p:cNvPr id="64" name="Imagen 63" descr="Icono&#10;&#10;Descripción generada automáticamente">
            <a:extLst>
              <a:ext uri="{FF2B5EF4-FFF2-40B4-BE49-F238E27FC236}">
                <a16:creationId xmlns:a16="http://schemas.microsoft.com/office/drawing/2014/main" id="{4F288AF0-375D-9AF1-4CCB-B0C0F481A44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02" y="3904980"/>
            <a:ext cx="466713" cy="4383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F32AD8D-5E20-16EA-818E-ED4B3A8DF990}"/>
              </a:ext>
            </a:extLst>
          </p:cNvPr>
          <p:cNvGrpSpPr/>
          <p:nvPr/>
        </p:nvGrpSpPr>
        <p:grpSpPr>
          <a:xfrm>
            <a:off x="9661108" y="2079335"/>
            <a:ext cx="2404867" cy="2608849"/>
            <a:chOff x="1584358" y="1685724"/>
            <a:chExt cx="2377991" cy="2608849"/>
          </a:xfrm>
        </p:grpSpPr>
        <p:grpSp>
          <p:nvGrpSpPr>
            <p:cNvPr id="205" name="Grupo 204">
              <a:extLst>
                <a:ext uri="{FF2B5EF4-FFF2-40B4-BE49-F238E27FC236}">
                  <a16:creationId xmlns:a16="http://schemas.microsoft.com/office/drawing/2014/main" id="{4DDA3746-07CA-93EF-ADB4-7A9D9FA04179}"/>
                </a:ext>
              </a:extLst>
            </p:cNvPr>
            <p:cNvGrpSpPr/>
            <p:nvPr/>
          </p:nvGrpSpPr>
          <p:grpSpPr>
            <a:xfrm>
              <a:off x="1584358" y="2153780"/>
              <a:ext cx="954963" cy="2140793"/>
              <a:chOff x="11642412" y="3834421"/>
              <a:chExt cx="954963" cy="2140793"/>
            </a:xfrm>
          </p:grpSpPr>
          <p:sp>
            <p:nvSpPr>
              <p:cNvPr id="207" name="Rectángulo redondeado 56">
                <a:extLst>
                  <a:ext uri="{FF2B5EF4-FFF2-40B4-BE49-F238E27FC236}">
                    <a16:creationId xmlns:a16="http://schemas.microsoft.com/office/drawing/2014/main" id="{39A3405E-ECF1-0FAC-F7C8-03788184D952}"/>
                  </a:ext>
                </a:extLst>
              </p:cNvPr>
              <p:cNvSpPr/>
              <p:nvPr/>
            </p:nvSpPr>
            <p:spPr>
              <a:xfrm>
                <a:off x="11642412" y="3834421"/>
                <a:ext cx="954963" cy="214079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  <a:ea typeface="+mn-lt"/>
                    <a:cs typeface="+mn-lt"/>
                  </a:rPr>
                  <a:t>DWPT1</a:t>
                </a:r>
                <a:endParaRPr lang="es-ES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</a:p>
            </p:txBody>
          </p:sp>
          <p:pic>
            <p:nvPicPr>
              <p:cNvPr id="208" name="Picture 11" descr="MQ Logo - LogoDix">
                <a:extLst>
                  <a:ext uri="{FF2B5EF4-FFF2-40B4-BE49-F238E27FC236}">
                    <a16:creationId xmlns:a16="http://schemas.microsoft.com/office/drawing/2014/main" id="{917CFFE6-3972-CB3E-6A79-D6369909D9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73469" y="3845023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12" name="Imagen 211">
              <a:extLst>
                <a:ext uri="{FF2B5EF4-FFF2-40B4-BE49-F238E27FC236}">
                  <a16:creationId xmlns:a16="http://schemas.microsoft.com/office/drawing/2014/main" id="{85A90CA4-B03C-550E-0DDE-B6E3874A6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91665" y="2600181"/>
              <a:ext cx="1270684" cy="1395484"/>
            </a:xfrm>
            <a:prstGeom prst="rect">
              <a:avLst/>
            </a:prstGeom>
          </p:spPr>
        </p:pic>
        <p:pic>
          <p:nvPicPr>
            <p:cNvPr id="6" name="Imagen 5" descr="Icono&#10;&#10;Descripción generada automáticamente">
              <a:extLst>
                <a:ext uri="{FF2B5EF4-FFF2-40B4-BE49-F238E27FC236}">
                  <a16:creationId xmlns:a16="http://schemas.microsoft.com/office/drawing/2014/main" id="{24EC4DC0-57FF-376D-3CB5-B3A9CE08F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011" y="1685724"/>
              <a:ext cx="466713" cy="438377"/>
            </a:xfrm>
            <a:prstGeom prst="rect">
              <a:avLst/>
            </a:prstGeom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D78F755E-3197-30D1-6EFA-CB7429136D4C}"/>
              </a:ext>
            </a:extLst>
          </p:cNvPr>
          <p:cNvSpPr txBox="1"/>
          <p:nvPr/>
        </p:nvSpPr>
        <p:spPr>
          <a:xfrm>
            <a:off x="2828551" y="2013563"/>
            <a:ext cx="1256472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 dirty="0"/>
              <a:t>JCL: </a:t>
            </a:r>
            <a:r>
              <a:rPr lang="es-ES" sz="800" b="1" dirty="0">
                <a:ea typeface="+mn-lt"/>
                <a:cs typeface="+mn-lt"/>
              </a:rPr>
              <a:t>    </a:t>
            </a:r>
            <a:r>
              <a:rPr lang="es-ES" sz="800" dirty="0">
                <a:ea typeface="+mn-lt"/>
                <a:cs typeface="+mn-lt"/>
              </a:rPr>
              <a:t>PKMMQSER</a:t>
            </a:r>
          </a:p>
          <a:p>
            <a:r>
              <a:rPr lang="es-ES" sz="800" b="1" dirty="0"/>
              <a:t>PGM:</a:t>
            </a:r>
            <a:r>
              <a:rPr lang="es-ES" sz="800" dirty="0"/>
              <a:t> </a:t>
            </a:r>
            <a:r>
              <a:rPr lang="es-ES" sz="800" dirty="0">
                <a:ea typeface="+mn-lt"/>
                <a:cs typeface="+mn-lt"/>
              </a:rPr>
              <a:t> PSCMQFD ( </a:t>
            </a:r>
            <a:r>
              <a:rPr lang="es-ES" sz="800" dirty="0" err="1">
                <a:ea typeface="+mn-lt"/>
                <a:cs typeface="+mn-lt"/>
              </a:rPr>
              <a:t>get</a:t>
            </a:r>
            <a:r>
              <a:rPr lang="es-ES" sz="800" dirty="0">
                <a:ea typeface="+mn-lt"/>
                <a:cs typeface="+mn-lt"/>
              </a:rPr>
              <a:t> 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9E5B46-B16D-79C0-3EC9-80CD17F365D7}"/>
              </a:ext>
            </a:extLst>
          </p:cNvPr>
          <p:cNvSpPr txBox="1"/>
          <p:nvPr/>
        </p:nvSpPr>
        <p:spPr>
          <a:xfrm>
            <a:off x="25400" y="77325"/>
            <a:ext cx="71369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DWP05</a:t>
            </a:r>
          </a:p>
        </p:txBody>
      </p:sp>
      <p:pic>
        <p:nvPicPr>
          <p:cNvPr id="16" name="Imagen 1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858E8C8A-AD73-5861-D031-D0D3755ED20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842" y="1369883"/>
            <a:ext cx="545010" cy="51192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C940202-7ECA-0F33-3B07-4F6A58587FA1}"/>
              </a:ext>
            </a:extLst>
          </p:cNvPr>
          <p:cNvSpPr txBox="1"/>
          <p:nvPr/>
        </p:nvSpPr>
        <p:spPr>
          <a:xfrm>
            <a:off x="7621792" y="1510263"/>
            <a:ext cx="165617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200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 Queues tempate</a:t>
            </a:r>
            <a:endParaRPr lang="es-ES" sz="1200">
              <a:hlinkClick r:id="rId1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580658-5617-72FB-5954-10509ADAABBF}"/>
              </a:ext>
            </a:extLst>
          </p:cNvPr>
          <p:cNvSpPr txBox="1"/>
          <p:nvPr/>
        </p:nvSpPr>
        <p:spPr>
          <a:xfrm>
            <a:off x="11106918" y="2667160"/>
            <a:ext cx="86199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DWP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6A5E14FA-8AA0-AE49-9294-7492CBA5F771}"/>
              </a:ext>
            </a:extLst>
          </p:cNvPr>
          <p:cNvSpPr/>
          <p:nvPr/>
        </p:nvSpPr>
        <p:spPr>
          <a:xfrm>
            <a:off x="10461230" y="1438359"/>
            <a:ext cx="920208" cy="4090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/>
              <a:t>DRSR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B29849B-DEAD-8B8E-B89A-C7877D29AE82}"/>
              </a:ext>
            </a:extLst>
          </p:cNvPr>
          <p:cNvGrpSpPr/>
          <p:nvPr/>
        </p:nvGrpSpPr>
        <p:grpSpPr>
          <a:xfrm>
            <a:off x="4351232" y="1794165"/>
            <a:ext cx="2449282" cy="2585756"/>
            <a:chOff x="4366061" y="1813907"/>
            <a:chExt cx="2449282" cy="2585756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14FADD23-A1B8-AA39-6B5E-07C3934E6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35956" y="2541741"/>
              <a:ext cx="1279387" cy="1400800"/>
            </a:xfrm>
            <a:prstGeom prst="rect">
              <a:avLst/>
            </a:prstGeom>
          </p:spPr>
        </p:pic>
        <p:sp>
          <p:nvSpPr>
            <p:cNvPr id="90" name="Rectángulo redondeado 33">
              <a:extLst>
                <a:ext uri="{FF2B5EF4-FFF2-40B4-BE49-F238E27FC236}">
                  <a16:creationId xmlns:a16="http://schemas.microsoft.com/office/drawing/2014/main" id="{4C1A3893-9834-5B0F-8A05-91271A5088E8}"/>
                </a:ext>
              </a:extLst>
            </p:cNvPr>
            <p:cNvSpPr/>
            <p:nvPr/>
          </p:nvSpPr>
          <p:spPr>
            <a:xfrm>
              <a:off x="4366061" y="1957459"/>
              <a:ext cx="2412274" cy="2442204"/>
            </a:xfrm>
            <a:prstGeom prst="roundRect">
              <a:avLst/>
            </a:prstGeom>
            <a:solidFill>
              <a:schemeClr val="accent1">
                <a:alpha val="16000"/>
              </a:scheme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35FAF072-57C0-584C-FEBD-A26D7D44741C}"/>
                </a:ext>
              </a:extLst>
            </p:cNvPr>
            <p:cNvSpPr txBox="1"/>
            <p:nvPr/>
          </p:nvSpPr>
          <p:spPr>
            <a:xfrm>
              <a:off x="4808199" y="3973769"/>
              <a:ext cx="9284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s-ES" sz="800"/>
                <a:t>180.14.21.30</a:t>
              </a:r>
            </a:p>
          </p:txBody>
        </p:sp>
        <p:grpSp>
          <p:nvGrpSpPr>
            <p:cNvPr id="179" name="Grupo 178">
              <a:extLst>
                <a:ext uri="{FF2B5EF4-FFF2-40B4-BE49-F238E27FC236}">
                  <a16:creationId xmlns:a16="http://schemas.microsoft.com/office/drawing/2014/main" id="{79EC5FAC-C82C-2CB6-DF09-828B1DE452DC}"/>
                </a:ext>
              </a:extLst>
            </p:cNvPr>
            <p:cNvGrpSpPr/>
            <p:nvPr/>
          </p:nvGrpSpPr>
          <p:grpSpPr>
            <a:xfrm>
              <a:off x="4559419" y="2265470"/>
              <a:ext cx="1074294" cy="2069871"/>
              <a:chOff x="4821609" y="2219505"/>
              <a:chExt cx="1074294" cy="2069871"/>
            </a:xfrm>
          </p:grpSpPr>
          <p:sp>
            <p:nvSpPr>
              <p:cNvPr id="180" name="Rectángulo redondeado 61">
                <a:extLst>
                  <a:ext uri="{FF2B5EF4-FFF2-40B4-BE49-F238E27FC236}">
                    <a16:creationId xmlns:a16="http://schemas.microsoft.com/office/drawing/2014/main" id="{B99B9E24-C144-3E61-0A88-8AC620B9DF87}"/>
                  </a:ext>
                </a:extLst>
              </p:cNvPr>
              <p:cNvSpPr/>
              <p:nvPr/>
            </p:nvSpPr>
            <p:spPr>
              <a:xfrm>
                <a:off x="4821609" y="2219505"/>
                <a:ext cx="1074294" cy="2069871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s-ES" sz="800" b="1">
                    <a:solidFill>
                      <a:schemeClr val="tx1"/>
                    </a:solidFill>
                  </a:rPr>
                  <a:t>MQ Manager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MQLASCGI1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1414</a:t>
                </a:r>
                <a:endParaRPr lang="en-US" sz="8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MQLASCGI2</a:t>
                </a:r>
              </a:p>
              <a:p>
                <a:pPr algn="ctr"/>
                <a:r>
                  <a:rPr lang="es-ES" sz="800">
                    <a:solidFill>
                      <a:schemeClr val="tx1"/>
                    </a:solidFill>
                  </a:rPr>
                  <a:t>1415</a:t>
                </a:r>
                <a:endParaRPr lang="es-ES"/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900" b="1" err="1">
                    <a:solidFill>
                      <a:schemeClr val="tx1"/>
                    </a:solidFill>
                  </a:rPr>
                  <a:t>Channel</a:t>
                </a:r>
                <a:endParaRPr lang="es-ES" sz="90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s-ES" sz="600">
                    <a:solidFill>
                      <a:schemeClr val="tx1"/>
                    </a:solidFill>
                  </a:rPr>
                  <a:t>CLNT.JAVA_DWP</a:t>
                </a:r>
              </a:p>
              <a:p>
                <a:pPr algn="ctr"/>
                <a:endParaRPr lang="es-ES" sz="700">
                  <a:solidFill>
                    <a:schemeClr val="tx1"/>
                  </a:solidFill>
                </a:endParaRPr>
              </a:p>
              <a:p>
                <a:pPr algn="ctr"/>
                <a:endParaRPr lang="es-ES" sz="8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1" name="Picture 11" descr="MQ Logo - LogoDix">
                <a:extLst>
                  <a:ext uri="{FF2B5EF4-FFF2-40B4-BE49-F238E27FC236}">
                    <a16:creationId xmlns:a16="http://schemas.microsoft.com/office/drawing/2014/main" id="{9FFF147B-607F-1FF3-C02B-1C66235438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8842" y="2219505"/>
                <a:ext cx="656794" cy="218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Imagen 59" descr="Icono&#10;&#10;Descripción generada automáticamente">
              <a:extLst>
                <a:ext uri="{FF2B5EF4-FFF2-40B4-BE49-F238E27FC236}">
                  <a16:creationId xmlns:a16="http://schemas.microsoft.com/office/drawing/2014/main" id="{A138A437-826D-8E71-7E9B-537B8BBBF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089" y="1813907"/>
              <a:ext cx="466713" cy="438377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DE1BA818-F342-FB48-3B14-1182E6077FAE}"/>
                </a:ext>
              </a:extLst>
            </p:cNvPr>
            <p:cNvSpPr txBox="1"/>
            <p:nvPr/>
          </p:nvSpPr>
          <p:spPr>
            <a:xfrm>
              <a:off x="6002488" y="3297512"/>
              <a:ext cx="7838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b="1">
                  <a:solidFill>
                    <a:schemeClr val="accent1"/>
                  </a:solidFill>
                </a:rPr>
                <a:t>LAUNCHER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E9A68F0-4432-8482-FBCE-C13EF6AB16E2}"/>
              </a:ext>
            </a:extLst>
          </p:cNvPr>
          <p:cNvSpPr txBox="1"/>
          <p:nvPr/>
        </p:nvSpPr>
        <p:spPr>
          <a:xfrm>
            <a:off x="-159547" y="3673570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7252D4-BA50-567A-D029-3B49DE5A8DEA}"/>
              </a:ext>
            </a:extLst>
          </p:cNvPr>
          <p:cNvSpPr txBox="1"/>
          <p:nvPr/>
        </p:nvSpPr>
        <p:spPr>
          <a:xfrm>
            <a:off x="-140770" y="1448231"/>
            <a:ext cx="1858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s-ES" sz="1400" b="1" u="sng"/>
              <a:t>PRE GER</a:t>
            </a:r>
            <a:endParaRPr lang="es-ES" sz="1400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Imagen 23" descr="Texto&#10;&#10;Descripción generada automáticamente">
            <a:extLst>
              <a:ext uri="{FF2B5EF4-FFF2-40B4-BE49-F238E27FC236}">
                <a16:creationId xmlns:a16="http://schemas.microsoft.com/office/drawing/2014/main" id="{95E777A3-4C05-B03D-502E-2BB8D208A74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8694" y="2083014"/>
            <a:ext cx="691404" cy="443193"/>
          </a:xfrm>
          <a:prstGeom prst="rect">
            <a:avLst/>
          </a:prstGeom>
        </p:spPr>
      </p:pic>
      <p:pic>
        <p:nvPicPr>
          <p:cNvPr id="25" name="Imagen 24" descr="Texto&#10;&#10;Descripción generada automáticamente">
            <a:extLst>
              <a:ext uri="{FF2B5EF4-FFF2-40B4-BE49-F238E27FC236}">
                <a16:creationId xmlns:a16="http://schemas.microsoft.com/office/drawing/2014/main" id="{FF01F728-FDD1-0320-7226-D9BAD55401B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2795" y="1809874"/>
            <a:ext cx="691404" cy="416299"/>
          </a:xfrm>
          <a:prstGeom prst="rect">
            <a:avLst/>
          </a:prstGeom>
        </p:spPr>
      </p:pic>
      <p:pic>
        <p:nvPicPr>
          <p:cNvPr id="26" name="Imagen 25" descr="Texto&#10;&#10;Descripción generada automáticamente">
            <a:extLst>
              <a:ext uri="{FF2B5EF4-FFF2-40B4-BE49-F238E27FC236}">
                <a16:creationId xmlns:a16="http://schemas.microsoft.com/office/drawing/2014/main" id="{2DBE731F-3655-C49B-BD12-0BDDA833D02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1704" y="1393159"/>
            <a:ext cx="691404" cy="41629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AB081098-0B33-9745-EFDA-C15D4DB1D297}"/>
              </a:ext>
            </a:extLst>
          </p:cNvPr>
          <p:cNvGrpSpPr/>
          <p:nvPr/>
        </p:nvGrpSpPr>
        <p:grpSpPr>
          <a:xfrm>
            <a:off x="7147829" y="4938640"/>
            <a:ext cx="1363035" cy="454440"/>
            <a:chOff x="7147829" y="4938640"/>
            <a:chExt cx="1363035" cy="454440"/>
          </a:xfrm>
        </p:grpSpPr>
        <p:pic>
          <p:nvPicPr>
            <p:cNvPr id="28" name="Imagen 27" descr="Logotipo, nombre de la empresa&#10;&#10;Descripción generada automáticamente">
              <a:extLst>
                <a:ext uri="{FF2B5EF4-FFF2-40B4-BE49-F238E27FC236}">
                  <a16:creationId xmlns:a16="http://schemas.microsoft.com/office/drawing/2014/main" id="{3EA21BC3-C6BB-AC4E-4CF8-01331639E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349" y="4942416"/>
              <a:ext cx="646515" cy="450664"/>
            </a:xfrm>
            <a:prstGeom prst="rect">
              <a:avLst/>
            </a:prstGeom>
          </p:spPr>
        </p:pic>
        <p:pic>
          <p:nvPicPr>
            <p:cNvPr id="29" name="Imagen 28" descr="Texto&#10;&#10;Descripción generada automáticamente">
              <a:extLst>
                <a:ext uri="{FF2B5EF4-FFF2-40B4-BE49-F238E27FC236}">
                  <a16:creationId xmlns:a16="http://schemas.microsoft.com/office/drawing/2014/main" id="{0D00FB1F-4BC0-06AD-42B2-003500805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147829" y="4938640"/>
              <a:ext cx="691404" cy="443193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A650AA1-B079-E193-87F9-F9C178CEE135}"/>
              </a:ext>
            </a:extLst>
          </p:cNvPr>
          <p:cNvGrpSpPr/>
          <p:nvPr/>
        </p:nvGrpSpPr>
        <p:grpSpPr>
          <a:xfrm>
            <a:off x="4124403" y="4916328"/>
            <a:ext cx="1145161" cy="465505"/>
            <a:chOff x="4124403" y="4916328"/>
            <a:chExt cx="1145161" cy="465505"/>
          </a:xfrm>
        </p:grpSpPr>
        <p:pic>
          <p:nvPicPr>
            <p:cNvPr id="31" name="Imagen 30" descr="Icono&#10;&#10;Descripción generada automáticamente">
              <a:extLst>
                <a:ext uri="{FF2B5EF4-FFF2-40B4-BE49-F238E27FC236}">
                  <a16:creationId xmlns:a16="http://schemas.microsoft.com/office/drawing/2014/main" id="{27ADDB99-73F0-F163-E632-48EADA1AF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1856" y="4916328"/>
              <a:ext cx="427708" cy="465505"/>
            </a:xfrm>
            <a:prstGeom prst="rect">
              <a:avLst/>
            </a:prstGeom>
          </p:spPr>
        </p:pic>
        <p:pic>
          <p:nvPicPr>
            <p:cNvPr id="32" name="Imagen 31" descr="Texto&#10;&#10;Descripción generada automáticamente">
              <a:extLst>
                <a:ext uri="{FF2B5EF4-FFF2-40B4-BE49-F238E27FC236}">
                  <a16:creationId xmlns:a16="http://schemas.microsoft.com/office/drawing/2014/main" id="{BC252301-F0D5-8616-2152-0159705C1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124403" y="4917233"/>
              <a:ext cx="691404" cy="464600"/>
            </a:xfrm>
            <a:prstGeom prst="rect">
              <a:avLst/>
            </a:prstGeom>
          </p:spPr>
        </p:pic>
      </p:grpSp>
      <p:sp>
        <p:nvSpPr>
          <p:cNvPr id="86" name="Flecha izquierda 12">
            <a:extLst>
              <a:ext uri="{FF2B5EF4-FFF2-40B4-BE49-F238E27FC236}">
                <a16:creationId xmlns:a16="http://schemas.microsoft.com/office/drawing/2014/main" id="{E6D78745-DDF2-DE5E-3E76-407FCC417A7D}"/>
              </a:ext>
            </a:extLst>
          </p:cNvPr>
          <p:cNvSpPr/>
          <p:nvPr/>
        </p:nvSpPr>
        <p:spPr>
          <a:xfrm rot="9315829" flipH="1" flipV="1">
            <a:off x="2086929" y="4254138"/>
            <a:ext cx="2985202" cy="272182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>
                <a:solidFill>
                  <a:schemeClr val="tx1"/>
                </a:solidFill>
                <a:highlight>
                  <a:srgbClr val="FFFF00"/>
                </a:highlight>
              </a:rPr>
              <a:t>LQ.DWP.MAMORDERS.SAN </a:t>
            </a:r>
            <a:r>
              <a:rPr lang="es-ES" sz="800" dirty="0">
                <a:solidFill>
                  <a:schemeClr val="tx1"/>
                </a:solidFill>
              </a:rPr>
              <a:t>&lt;</a:t>
            </a:r>
            <a:r>
              <a:rPr lang="es-ES" sz="800" dirty="0"/>
              <a:t>- LQ.DWP.MAMORDERS.SAN_ZOS</a:t>
            </a:r>
            <a:endParaRPr lang="es-ES" sz="800" b="1" dirty="0">
              <a:ea typeface="+mn-lt"/>
              <a:cs typeface="+mn-lt"/>
            </a:endParaRPr>
          </a:p>
        </p:txBody>
      </p:sp>
      <p:sp>
        <p:nvSpPr>
          <p:cNvPr id="84" name="Flecha izquierda 12">
            <a:extLst>
              <a:ext uri="{FF2B5EF4-FFF2-40B4-BE49-F238E27FC236}">
                <a16:creationId xmlns:a16="http://schemas.microsoft.com/office/drawing/2014/main" id="{8DE7FDF3-23FE-2299-5C8E-E7BFDA5AE62F}"/>
              </a:ext>
            </a:extLst>
          </p:cNvPr>
          <p:cNvSpPr/>
          <p:nvPr/>
        </p:nvSpPr>
        <p:spPr>
          <a:xfrm rot="12185704" flipH="1" flipV="1">
            <a:off x="2203769" y="2624856"/>
            <a:ext cx="2838182" cy="310775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>
                <a:ea typeface="+mn-lt"/>
                <a:cs typeface="+mn-lt"/>
              </a:rPr>
              <a:t>LQ.DWP.MAMORDERS.SAN</a:t>
            </a:r>
            <a:r>
              <a:rPr lang="es-ES" sz="800"/>
              <a:t>  &lt;- </a:t>
            </a:r>
            <a:r>
              <a:rPr lang="es-ES" sz="800">
                <a:ea typeface="+mn-lt"/>
                <a:cs typeface="+mn-lt"/>
              </a:rPr>
              <a:t>LQ.DWP.MAMORDERS.SAN</a:t>
            </a:r>
            <a:endParaRPr lang="es-ES" sz="800" b="1">
              <a:ea typeface="+mn-lt"/>
              <a:cs typeface="+mn-lt"/>
            </a:endParaRPr>
          </a:p>
        </p:txBody>
      </p:sp>
      <p:sp>
        <p:nvSpPr>
          <p:cNvPr id="9" name="Flecha izquierda 12">
            <a:extLst>
              <a:ext uri="{FF2B5EF4-FFF2-40B4-BE49-F238E27FC236}">
                <a16:creationId xmlns:a16="http://schemas.microsoft.com/office/drawing/2014/main" id="{4221856A-049E-683A-966E-83D1CBE5597F}"/>
              </a:ext>
            </a:extLst>
          </p:cNvPr>
          <p:cNvSpPr/>
          <p:nvPr/>
        </p:nvSpPr>
        <p:spPr>
          <a:xfrm rot="10800000" flipH="1" flipV="1">
            <a:off x="6502731" y="3230917"/>
            <a:ext cx="3269524" cy="26161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800" dirty="0">
                <a:solidFill>
                  <a:schemeClr val="bg1"/>
                </a:solidFill>
                <a:ea typeface="+mn-lt"/>
                <a:cs typeface="+mn-lt"/>
              </a:rPr>
              <a:t>SAN.QL.DWP.MAMORDERS  - </a:t>
            </a:r>
            <a:r>
              <a:rPr lang="es-ES" sz="800" dirty="0">
                <a:solidFill>
                  <a:schemeClr val="tx1"/>
                </a:solidFill>
                <a:highlight>
                  <a:srgbClr val="FFFF00"/>
                </a:highlight>
                <a:ea typeface="+mn-lt"/>
                <a:cs typeface="+mn-lt"/>
              </a:rPr>
              <a:t>Queue5</a:t>
            </a:r>
            <a:endParaRPr lang="es-ES" sz="800">
              <a:solidFill>
                <a:schemeClr val="tx1"/>
              </a:solidFill>
              <a:highlight>
                <a:srgbClr val="FFFF00"/>
              </a:highlight>
              <a:ea typeface="+mn-lt"/>
              <a:cs typeface="+mn-lt"/>
            </a:endParaRPr>
          </a:p>
        </p:txBody>
      </p:sp>
      <p:sp>
        <p:nvSpPr>
          <p:cNvPr id="11" name="CuadroTexto 35">
            <a:extLst>
              <a:ext uri="{FF2B5EF4-FFF2-40B4-BE49-F238E27FC236}">
                <a16:creationId xmlns:a16="http://schemas.microsoft.com/office/drawing/2014/main" id="{D856880B-6470-2E88-7EC1-7E4AADD77DAE}"/>
              </a:ext>
            </a:extLst>
          </p:cNvPr>
          <p:cNvSpPr txBox="1"/>
          <p:nvPr/>
        </p:nvSpPr>
        <p:spPr>
          <a:xfrm>
            <a:off x="1617037" y="6003046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9" name="CuadroTexto 39">
            <a:hlinkClick r:id="rId23"/>
            <a:extLst>
              <a:ext uri="{FF2B5EF4-FFF2-40B4-BE49-F238E27FC236}">
                <a16:creationId xmlns:a16="http://schemas.microsoft.com/office/drawing/2014/main" id="{A3BC356D-0BC4-8313-6230-41547E654E45}"/>
              </a:ext>
            </a:extLst>
          </p:cNvPr>
          <p:cNvSpPr txBox="1"/>
          <p:nvPr/>
        </p:nvSpPr>
        <p:spPr>
          <a:xfrm>
            <a:off x="3747495" y="627859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4" name="CuadroTexto 38">
            <a:extLst>
              <a:ext uri="{FF2B5EF4-FFF2-40B4-BE49-F238E27FC236}">
                <a16:creationId xmlns:a16="http://schemas.microsoft.com/office/drawing/2014/main" id="{043310BB-4E4E-BF9D-25D1-B824B6327346}"/>
              </a:ext>
            </a:extLst>
          </p:cNvPr>
          <p:cNvSpPr txBox="1"/>
          <p:nvPr/>
        </p:nvSpPr>
        <p:spPr>
          <a:xfrm>
            <a:off x="8470470" y="6288115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14" name="CuadroTexto 36">
            <a:extLst>
              <a:ext uri="{FF2B5EF4-FFF2-40B4-BE49-F238E27FC236}">
                <a16:creationId xmlns:a16="http://schemas.microsoft.com/office/drawing/2014/main" id="{FB7753B6-7A99-1F92-0AD3-67AD895EEFD3}"/>
              </a:ext>
            </a:extLst>
          </p:cNvPr>
          <p:cNvSpPr txBox="1"/>
          <p:nvPr/>
        </p:nvSpPr>
        <p:spPr>
          <a:xfrm>
            <a:off x="1712644" y="3450341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36" name="CuadroTexto 40">
            <a:extLst>
              <a:ext uri="{FF2B5EF4-FFF2-40B4-BE49-F238E27FC236}">
                <a16:creationId xmlns:a16="http://schemas.microsoft.com/office/drawing/2014/main" id="{06810D27-4701-15CA-12AA-F1F342C96E8E}"/>
              </a:ext>
            </a:extLst>
          </p:cNvPr>
          <p:cNvSpPr txBox="1"/>
          <p:nvPr/>
        </p:nvSpPr>
        <p:spPr>
          <a:xfrm>
            <a:off x="4439493" y="3982862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0" name="CuadroTexto 41">
            <a:extLst>
              <a:ext uri="{FF2B5EF4-FFF2-40B4-BE49-F238E27FC236}">
                <a16:creationId xmlns:a16="http://schemas.microsoft.com/office/drawing/2014/main" id="{C6293639-CE77-1B27-ED76-5CF0886D0A49}"/>
              </a:ext>
            </a:extLst>
          </p:cNvPr>
          <p:cNvSpPr txBox="1"/>
          <p:nvPr/>
        </p:nvSpPr>
        <p:spPr>
          <a:xfrm>
            <a:off x="5574425" y="3976603"/>
            <a:ext cx="120441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100"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 Details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52AEDD-0141-8205-3A68-A1EEEE3FAF4D}"/>
              </a:ext>
            </a:extLst>
          </p:cNvPr>
          <p:cNvSpPr txBox="1"/>
          <p:nvPr/>
        </p:nvSpPr>
        <p:spPr>
          <a:xfrm>
            <a:off x="2823261" y="5046058"/>
            <a:ext cx="1256472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800" b="1" dirty="0"/>
              <a:t>JCL: </a:t>
            </a:r>
            <a:r>
              <a:rPr lang="es-ES" sz="800" b="1" dirty="0">
                <a:ea typeface="+mn-lt"/>
                <a:cs typeface="+mn-lt"/>
              </a:rPr>
              <a:t>    </a:t>
            </a:r>
            <a:r>
              <a:rPr lang="es-ES" sz="800" dirty="0">
                <a:ea typeface="+mn-lt"/>
                <a:cs typeface="+mn-lt"/>
              </a:rPr>
              <a:t>PKMMQSER</a:t>
            </a:r>
          </a:p>
          <a:p>
            <a:r>
              <a:rPr lang="es-ES" sz="800" b="1" dirty="0"/>
              <a:t>PGM:</a:t>
            </a:r>
            <a:r>
              <a:rPr lang="es-ES" sz="800" dirty="0"/>
              <a:t> </a:t>
            </a:r>
            <a:r>
              <a:rPr lang="es-ES" sz="800" dirty="0">
                <a:ea typeface="+mn-lt"/>
                <a:cs typeface="+mn-lt"/>
              </a:rPr>
              <a:t> PSCMQFD ( </a:t>
            </a:r>
            <a:r>
              <a:rPr lang="es-ES" sz="800" dirty="0" err="1">
                <a:ea typeface="+mn-lt"/>
                <a:cs typeface="+mn-lt"/>
              </a:rPr>
              <a:t>get</a:t>
            </a:r>
            <a:r>
              <a:rPr lang="es-ES" sz="800" dirty="0">
                <a:ea typeface="+mn-lt"/>
                <a:cs typeface="+mn-lt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57614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Tema de Office">
  <a:themeElements>
    <a:clrScheme name="SANTANDER 2018">
      <a:dk1>
        <a:sysClr val="windowText" lastClr="000000"/>
      </a:dk1>
      <a:lt1>
        <a:srgbClr val="FFFFFF"/>
      </a:lt1>
      <a:dk2>
        <a:srgbClr val="595959"/>
      </a:dk2>
      <a:lt2>
        <a:srgbClr val="E7E6E6"/>
      </a:lt2>
      <a:accent1>
        <a:srgbClr val="EC0000"/>
      </a:accent1>
      <a:accent2>
        <a:srgbClr val="C00000"/>
      </a:accent2>
      <a:accent3>
        <a:srgbClr val="9E3667"/>
      </a:accent3>
      <a:accent4>
        <a:srgbClr val="63BA68"/>
      </a:accent4>
      <a:accent5>
        <a:srgbClr val="9BC3D3"/>
      </a:accent5>
      <a:accent6>
        <a:srgbClr val="FFCC33"/>
      </a:accent6>
      <a:hlink>
        <a:srgbClr val="9E3667"/>
      </a:hlink>
      <a:folHlink>
        <a:srgbClr val="C3DEE7"/>
      </a:folHlink>
    </a:clrScheme>
    <a:fontScheme name="Santander Text">
      <a:majorFont>
        <a:latin typeface="santander Headline"/>
        <a:ea typeface=""/>
        <a:cs typeface=""/>
      </a:majorFont>
      <a:minorFont>
        <a:latin typeface="Santander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12A12F1161384D9E50A39E01DE4273" ma:contentTypeVersion="20" ma:contentTypeDescription="Create a new document." ma:contentTypeScope="" ma:versionID="0bf91781b0f16cc885701ca426a5db86">
  <xsd:schema xmlns:xsd="http://www.w3.org/2001/XMLSchema" xmlns:xs="http://www.w3.org/2001/XMLSchema" xmlns:p="http://schemas.microsoft.com/office/2006/metadata/properties" xmlns:ns1="http://schemas.microsoft.com/sharepoint/v3" xmlns:ns2="7dfed35c-4112-4e1a-bc9b-f4f845eae8e0" xmlns:ns3="833c3611-4287-408f-b607-382e465cb1c4" targetNamespace="http://schemas.microsoft.com/office/2006/metadata/properties" ma:root="true" ma:fieldsID="d71ac036e8e9eca76ac2ef33350362c4" ns1:_="" ns2:_="" ns3:_="">
    <xsd:import namespace="http://schemas.microsoft.com/sharepoint/v3"/>
    <xsd:import namespace="7dfed35c-4112-4e1a-bc9b-f4f845eae8e0"/>
    <xsd:import namespace="833c3611-4287-408f-b607-382e465cb1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fed35c-4112-4e1a-bc9b-f4f845eae8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3c3611-4287-408f-b607-382e465cb1c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66c5b263-b405-4782-8840-f526b2dab0a4}" ma:internalName="TaxCatchAll" ma:showField="CatchAllData" ma:web="833c3611-4287-408f-b607-382e465cb1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833c3611-4287-408f-b607-382e465cb1c4">
      <UserInfo>
        <DisplayName/>
        <AccountId xsi:nil="true"/>
        <AccountType/>
      </UserInfo>
    </SharedWithUsers>
    <MediaLengthInSeconds xmlns="7dfed35c-4112-4e1a-bc9b-f4f845eae8e0" xsi:nil="true"/>
    <lcf76f155ced4ddcb4097134ff3c332f xmlns="7dfed35c-4112-4e1a-bc9b-f4f845eae8e0">
      <Terms xmlns="http://schemas.microsoft.com/office/infopath/2007/PartnerControls"/>
    </lcf76f155ced4ddcb4097134ff3c332f>
    <TaxCatchAll xmlns="833c3611-4287-408f-b607-382e465cb1c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7DB59B-2C11-411E-BF7F-06DA67207162}">
  <ds:schemaRefs>
    <ds:schemaRef ds:uri="7dfed35c-4112-4e1a-bc9b-f4f845eae8e0"/>
    <ds:schemaRef ds:uri="833c3611-4287-408f-b607-382e465cb1c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5B59C65-8ECC-4266-BE30-D1776FD99DB7}">
  <ds:schemaRefs>
    <ds:schemaRef ds:uri="1b2ebef4-6bb1-4413-b885-9779edfb4832"/>
    <ds:schemaRef ds:uri="7dfed35c-4112-4e1a-bc9b-f4f845eae8e0"/>
    <ds:schemaRef ds:uri="833c3611-4287-408f-b607-382e465cb1c4"/>
    <ds:schemaRef ds:uri="98cb421b-ee7c-462c-a4d7-170464ab61ae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937FAD5-BD4A-4879-91DE-E87202C776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1_Tema de Office</vt:lpstr>
      <vt:lpstr>Gravity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Perez Vicente Gustavo Jose</dc:creator>
  <cp:revision>229</cp:revision>
  <dcterms:created xsi:type="dcterms:W3CDTF">2020-09-09T07:36:39Z</dcterms:created>
  <dcterms:modified xsi:type="dcterms:W3CDTF">2025-11-20T11:27:59Z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2022-05-25T08:24:05Z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afb53b7b-4d78-4dea-b0bd-a8766e8dd5a2</vt:lpwstr>
  </property>
  <property fmtid="{D5CDD505-2E9C-101B-9397-08002B2CF9AE}" pid="8" name="MSIP_Label_0c2abd79-57a9-4473-8700-c843f76a1e37_ContentBits">
    <vt:lpwstr>0</vt:lpwstr>
  </property>
  <property fmtid="{D5CDD505-2E9C-101B-9397-08002B2CF9AE}" pid="9" name="ContentTypeId">
    <vt:lpwstr>0x010100BE12A12F1161384D9E50A39E01DE4273</vt:lpwstr>
  </property>
  <property fmtid="{D5CDD505-2E9C-101B-9397-08002B2CF9AE}" pid="10" name="MediaServiceImageTags">
    <vt:lpwstr/>
  </property>
  <property fmtid="{D5CDD505-2E9C-101B-9397-08002B2CF9AE}" pid="11" name="Order">
    <vt:r8>491500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